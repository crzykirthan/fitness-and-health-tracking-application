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4" r:id="rId4"/>
  </p:sldMasterIdLst>
  <p:notesMasterIdLst>
    <p:notesMasterId r:id="rId29"/>
  </p:notesMasterIdLst>
  <p:handoutMasterIdLst>
    <p:handoutMasterId r:id="rId30"/>
  </p:handoutMasterIdLst>
  <p:sldIdLst>
    <p:sldId id="256" r:id="rId5"/>
    <p:sldId id="257" r:id="rId6"/>
    <p:sldId id="313" r:id="rId7"/>
    <p:sldId id="322" r:id="rId8"/>
    <p:sldId id="323" r:id="rId9"/>
    <p:sldId id="324" r:id="rId10"/>
    <p:sldId id="325" r:id="rId11"/>
    <p:sldId id="326" r:id="rId12"/>
    <p:sldId id="327" r:id="rId13"/>
    <p:sldId id="328" r:id="rId14"/>
    <p:sldId id="329" r:id="rId15"/>
    <p:sldId id="330" r:id="rId16"/>
    <p:sldId id="315" r:id="rId17"/>
    <p:sldId id="260" r:id="rId18"/>
    <p:sldId id="331" r:id="rId19"/>
    <p:sldId id="321" r:id="rId20"/>
    <p:sldId id="332" r:id="rId21"/>
    <p:sldId id="335" r:id="rId22"/>
    <p:sldId id="336" r:id="rId23"/>
    <p:sldId id="337" r:id="rId24"/>
    <p:sldId id="338" r:id="rId25"/>
    <p:sldId id="339" r:id="rId26"/>
    <p:sldId id="340" r:id="rId27"/>
    <p:sldId id="333"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8598D"/>
    <a:srgbClr val="646C92"/>
    <a:srgbClr val="5A6B76"/>
    <a:srgbClr val="5A6E6E"/>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505E3EF-67EA-436B-97B2-0124C06EBD24}">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660" autoAdjust="0"/>
  </p:normalViewPr>
  <p:slideViewPr>
    <p:cSldViewPr snapToGrid="0">
      <p:cViewPr varScale="1">
        <p:scale>
          <a:sx n="78" d="100"/>
          <a:sy n="78" d="100"/>
        </p:scale>
        <p:origin x="878" y="72"/>
      </p:cViewPr>
      <p:guideLst/>
    </p:cSldViewPr>
  </p:slideViewPr>
  <p:outlineViewPr>
    <p:cViewPr>
      <p:scale>
        <a:sx n="33" d="100"/>
        <a:sy n="33" d="100"/>
      </p:scale>
      <p:origin x="0" y="-4464"/>
    </p:cViewPr>
  </p:outlineViewPr>
  <p:notesTextViewPr>
    <p:cViewPr>
      <p:scale>
        <a:sx n="1" d="1"/>
        <a:sy n="1" d="1"/>
      </p:scale>
      <p:origin x="0" y="0"/>
    </p:cViewPr>
  </p:notesTextViewPr>
  <p:sorterViewPr>
    <p:cViewPr varScale="1">
      <p:scale>
        <a:sx n="1" d="1"/>
        <a:sy n="1" d="1"/>
      </p:scale>
      <p:origin x="0" y="-3149"/>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FE52182-8ED2-2CD9-1769-D9951A99393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4873A34-C368-6B6E-8816-ABC664A8575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C2FBC06-9676-42B7-A8B4-279236EF9829}" type="datetimeFigureOut">
              <a:rPr lang="en-US" smtClean="0"/>
              <a:t>5/10/2025</a:t>
            </a:fld>
            <a:endParaRPr lang="en-US" dirty="0"/>
          </a:p>
        </p:txBody>
      </p:sp>
      <p:sp>
        <p:nvSpPr>
          <p:cNvPr id="4" name="Footer Placeholder 3">
            <a:extLst>
              <a:ext uri="{FF2B5EF4-FFF2-40B4-BE49-F238E27FC236}">
                <a16:creationId xmlns:a16="http://schemas.microsoft.com/office/drawing/2014/main" id="{AE355158-3742-8894-B074-C872916FE8A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FA6B5579-9D25-81D6-8171-2F8C3F5377E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BB3735C-CF2D-4272-874B-84D65FE3CAEA}" type="slidenum">
              <a:rPr lang="en-US" smtClean="0"/>
              <a:t>‹#›</a:t>
            </a:fld>
            <a:endParaRPr lang="en-US" dirty="0"/>
          </a:p>
        </p:txBody>
      </p:sp>
    </p:spTree>
    <p:extLst>
      <p:ext uri="{BB962C8B-B14F-4D97-AF65-F5344CB8AC3E}">
        <p14:creationId xmlns:p14="http://schemas.microsoft.com/office/powerpoint/2010/main" val="3576658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C63451-F71A-45EA-8B10-04A09C28CC19}" type="datetimeFigureOut">
              <a:rPr lang="en-US" smtClean="0"/>
              <a:t>5/10/2025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8B270D-091D-4ED2-8C85-0898DD7D9F21}" type="slidenum">
              <a:rPr lang="en-US" smtClean="0"/>
              <a:t>‹#›</a:t>
            </a:fld>
            <a:endParaRPr lang="en-US" dirty="0"/>
          </a:p>
        </p:txBody>
      </p:sp>
    </p:spTree>
    <p:extLst>
      <p:ext uri="{BB962C8B-B14F-4D97-AF65-F5344CB8AC3E}">
        <p14:creationId xmlns:p14="http://schemas.microsoft.com/office/powerpoint/2010/main" val="2253118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8B270D-091D-4ED2-8C85-0898DD7D9F21}" type="slidenum">
              <a:rPr lang="en-US" smtClean="0"/>
              <a:t>1</a:t>
            </a:fld>
            <a:endParaRPr lang="en-US" dirty="0"/>
          </a:p>
        </p:txBody>
      </p:sp>
    </p:spTree>
    <p:extLst>
      <p:ext uri="{BB962C8B-B14F-4D97-AF65-F5344CB8AC3E}">
        <p14:creationId xmlns:p14="http://schemas.microsoft.com/office/powerpoint/2010/main" val="41331412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8B270D-091D-4ED2-8C85-0898DD7D9F21}" type="slidenum">
              <a:rPr lang="en-US" smtClean="0"/>
              <a:t>2</a:t>
            </a:fld>
            <a:endParaRPr lang="en-US" dirty="0"/>
          </a:p>
        </p:txBody>
      </p:sp>
    </p:spTree>
    <p:extLst>
      <p:ext uri="{BB962C8B-B14F-4D97-AF65-F5344CB8AC3E}">
        <p14:creationId xmlns:p14="http://schemas.microsoft.com/office/powerpoint/2010/main" val="33641651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8B270D-091D-4ED2-8C85-0898DD7D9F21}" type="slidenum">
              <a:rPr lang="en-US" smtClean="0"/>
              <a:t>3</a:t>
            </a:fld>
            <a:endParaRPr lang="en-US" dirty="0"/>
          </a:p>
        </p:txBody>
      </p:sp>
    </p:spTree>
    <p:extLst>
      <p:ext uri="{BB962C8B-B14F-4D97-AF65-F5344CB8AC3E}">
        <p14:creationId xmlns:p14="http://schemas.microsoft.com/office/powerpoint/2010/main" val="38990988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076FB-AB3A-61D6-5F53-D592A045C7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E98B3C-7AB7-057F-CA14-B995715AC7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779617-FC5B-5B3A-58E3-034B0589A85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800CF0-59B1-CD16-4445-09E7B74C1A0A}"/>
              </a:ext>
            </a:extLst>
          </p:cNvPr>
          <p:cNvSpPr>
            <a:spLocks noGrp="1"/>
          </p:cNvSpPr>
          <p:nvPr>
            <p:ph type="sldNum" sz="quarter" idx="5"/>
          </p:nvPr>
        </p:nvSpPr>
        <p:spPr/>
        <p:txBody>
          <a:bodyPr/>
          <a:lstStyle/>
          <a:p>
            <a:fld id="{5B8B270D-091D-4ED2-8C85-0898DD7D9F21}" type="slidenum">
              <a:rPr lang="en-US" smtClean="0"/>
              <a:t>4</a:t>
            </a:fld>
            <a:endParaRPr lang="en-US" dirty="0"/>
          </a:p>
        </p:txBody>
      </p:sp>
    </p:spTree>
    <p:extLst>
      <p:ext uri="{BB962C8B-B14F-4D97-AF65-F5344CB8AC3E}">
        <p14:creationId xmlns:p14="http://schemas.microsoft.com/office/powerpoint/2010/main" val="32346032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11FDD-E458-1DBC-A7A6-B81961C6F1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9BE6E9-9B76-B492-4203-1FA038B56A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9EBDAE-DFAB-FBB6-B0AA-5EBC373F26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1B9AC0-CB42-7755-DEE5-4F74FD566C3D}"/>
              </a:ext>
            </a:extLst>
          </p:cNvPr>
          <p:cNvSpPr>
            <a:spLocks noGrp="1"/>
          </p:cNvSpPr>
          <p:nvPr>
            <p:ph type="sldNum" sz="quarter" idx="5"/>
          </p:nvPr>
        </p:nvSpPr>
        <p:spPr/>
        <p:txBody>
          <a:bodyPr/>
          <a:lstStyle/>
          <a:p>
            <a:fld id="{5B8B270D-091D-4ED2-8C85-0898DD7D9F21}" type="slidenum">
              <a:rPr lang="en-US" smtClean="0"/>
              <a:t>5</a:t>
            </a:fld>
            <a:endParaRPr lang="en-US" dirty="0"/>
          </a:p>
        </p:txBody>
      </p:sp>
    </p:spTree>
    <p:extLst>
      <p:ext uri="{BB962C8B-B14F-4D97-AF65-F5344CB8AC3E}">
        <p14:creationId xmlns:p14="http://schemas.microsoft.com/office/powerpoint/2010/main" val="3041755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BCC85-57D6-894C-6A20-9F79E46010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C82BA8-8BD0-4CEF-0317-B2A4B58AF5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343A45-69AC-0C77-FE01-3629857085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F1F8F0-303E-0647-B763-43460E56D969}"/>
              </a:ext>
            </a:extLst>
          </p:cNvPr>
          <p:cNvSpPr>
            <a:spLocks noGrp="1"/>
          </p:cNvSpPr>
          <p:nvPr>
            <p:ph type="sldNum" sz="quarter" idx="5"/>
          </p:nvPr>
        </p:nvSpPr>
        <p:spPr/>
        <p:txBody>
          <a:bodyPr/>
          <a:lstStyle/>
          <a:p>
            <a:fld id="{5B8B270D-091D-4ED2-8C85-0898DD7D9F21}" type="slidenum">
              <a:rPr lang="en-US" smtClean="0"/>
              <a:t>6</a:t>
            </a:fld>
            <a:endParaRPr lang="en-US" dirty="0"/>
          </a:p>
        </p:txBody>
      </p:sp>
    </p:spTree>
    <p:extLst>
      <p:ext uri="{BB962C8B-B14F-4D97-AF65-F5344CB8AC3E}">
        <p14:creationId xmlns:p14="http://schemas.microsoft.com/office/powerpoint/2010/main" val="10613348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AA675-6006-0B2C-41C6-8EBCC8450E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176C43-4907-0311-5FBA-277BFCBF11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B11856-0D71-C027-9280-DBE904FCBD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132C46-483F-3DD8-96F7-D8D3D56F0730}"/>
              </a:ext>
            </a:extLst>
          </p:cNvPr>
          <p:cNvSpPr>
            <a:spLocks noGrp="1"/>
          </p:cNvSpPr>
          <p:nvPr>
            <p:ph type="sldNum" sz="quarter" idx="5"/>
          </p:nvPr>
        </p:nvSpPr>
        <p:spPr/>
        <p:txBody>
          <a:bodyPr/>
          <a:lstStyle/>
          <a:p>
            <a:fld id="{5B8B270D-091D-4ED2-8C85-0898DD7D9F21}" type="slidenum">
              <a:rPr lang="en-US" smtClean="0"/>
              <a:t>7</a:t>
            </a:fld>
            <a:endParaRPr lang="en-US" dirty="0"/>
          </a:p>
        </p:txBody>
      </p:sp>
    </p:spTree>
    <p:extLst>
      <p:ext uri="{BB962C8B-B14F-4D97-AF65-F5344CB8AC3E}">
        <p14:creationId xmlns:p14="http://schemas.microsoft.com/office/powerpoint/2010/main" val="24109510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48AFD-639E-1BF4-ACF4-B767C837C2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F672E3-9C0D-9E1F-FE62-98BCC0DB37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8DA2DC-05C5-4E96-C6AC-B28FE0F9A5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CAFEA0-AF1E-6DBF-464B-A8E20BD0C56B}"/>
              </a:ext>
            </a:extLst>
          </p:cNvPr>
          <p:cNvSpPr>
            <a:spLocks noGrp="1"/>
          </p:cNvSpPr>
          <p:nvPr>
            <p:ph type="sldNum" sz="quarter" idx="5"/>
          </p:nvPr>
        </p:nvSpPr>
        <p:spPr/>
        <p:txBody>
          <a:bodyPr/>
          <a:lstStyle/>
          <a:p>
            <a:fld id="{5B8B270D-091D-4ED2-8C85-0898DD7D9F21}" type="slidenum">
              <a:rPr lang="en-US" smtClean="0"/>
              <a:t>8</a:t>
            </a:fld>
            <a:endParaRPr lang="en-US" dirty="0"/>
          </a:p>
        </p:txBody>
      </p:sp>
    </p:spTree>
    <p:extLst>
      <p:ext uri="{BB962C8B-B14F-4D97-AF65-F5344CB8AC3E}">
        <p14:creationId xmlns:p14="http://schemas.microsoft.com/office/powerpoint/2010/main" val="15307439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FEACB-72E4-B943-8C34-0A8A44881C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FC92B4-B536-4147-7C45-F4757C4103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0E90D4-2FA0-DE4F-F2F9-F40E86FF78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3F41C4-7E7B-D54B-2A94-5347FE5AADDF}"/>
              </a:ext>
            </a:extLst>
          </p:cNvPr>
          <p:cNvSpPr>
            <a:spLocks noGrp="1"/>
          </p:cNvSpPr>
          <p:nvPr>
            <p:ph type="sldNum" sz="quarter" idx="5"/>
          </p:nvPr>
        </p:nvSpPr>
        <p:spPr/>
        <p:txBody>
          <a:bodyPr/>
          <a:lstStyle/>
          <a:p>
            <a:fld id="{5B8B270D-091D-4ED2-8C85-0898DD7D9F21}" type="slidenum">
              <a:rPr lang="en-US" smtClean="0"/>
              <a:t>9</a:t>
            </a:fld>
            <a:endParaRPr lang="en-US" dirty="0"/>
          </a:p>
        </p:txBody>
      </p:sp>
    </p:spTree>
    <p:extLst>
      <p:ext uri="{BB962C8B-B14F-4D97-AF65-F5344CB8AC3E}">
        <p14:creationId xmlns:p14="http://schemas.microsoft.com/office/powerpoint/2010/main" val="3133201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95A99-F521-AC5C-4C57-11647A2FE2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C2D052-FA3F-76E7-4391-22F6A47A30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B6661C-D598-480F-0F9D-BD87E00F7A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0CF0D5-E73A-C9CD-9196-187F9183792D}"/>
              </a:ext>
            </a:extLst>
          </p:cNvPr>
          <p:cNvSpPr>
            <a:spLocks noGrp="1"/>
          </p:cNvSpPr>
          <p:nvPr>
            <p:ph type="sldNum" sz="quarter" idx="5"/>
          </p:nvPr>
        </p:nvSpPr>
        <p:spPr/>
        <p:txBody>
          <a:bodyPr/>
          <a:lstStyle/>
          <a:p>
            <a:fld id="{5B8B270D-091D-4ED2-8C85-0898DD7D9F21}" type="slidenum">
              <a:rPr lang="en-US" smtClean="0"/>
              <a:t>10</a:t>
            </a:fld>
            <a:endParaRPr lang="en-US" dirty="0"/>
          </a:p>
        </p:txBody>
      </p:sp>
    </p:spTree>
    <p:extLst>
      <p:ext uri="{BB962C8B-B14F-4D97-AF65-F5344CB8AC3E}">
        <p14:creationId xmlns:p14="http://schemas.microsoft.com/office/powerpoint/2010/main" val="37630734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0BA3E-28DE-1DDF-ABE7-BCC5370686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D8D237-1AC5-5CAA-A0BE-7628AAD75D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689DCB-1F1D-8B6B-6B4E-5587B81D65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26596A-4940-6338-1F66-AB1D4B826D41}"/>
              </a:ext>
            </a:extLst>
          </p:cNvPr>
          <p:cNvSpPr>
            <a:spLocks noGrp="1"/>
          </p:cNvSpPr>
          <p:nvPr>
            <p:ph type="sldNum" sz="quarter" idx="5"/>
          </p:nvPr>
        </p:nvSpPr>
        <p:spPr/>
        <p:txBody>
          <a:bodyPr/>
          <a:lstStyle/>
          <a:p>
            <a:fld id="{5B8B270D-091D-4ED2-8C85-0898DD7D9F21}" type="slidenum">
              <a:rPr lang="en-US" smtClean="0"/>
              <a:t>11</a:t>
            </a:fld>
            <a:endParaRPr lang="en-US" dirty="0"/>
          </a:p>
        </p:txBody>
      </p:sp>
    </p:spTree>
    <p:extLst>
      <p:ext uri="{BB962C8B-B14F-4D97-AF65-F5344CB8AC3E}">
        <p14:creationId xmlns:p14="http://schemas.microsoft.com/office/powerpoint/2010/main" val="17398164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43026-E61C-8E72-9163-6AB2ECD2FF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6DB259-83F1-E727-3AEE-A356C7246C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827361-FF8D-5DD5-4FFB-00075E64CB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572502-6A2E-7B72-45E8-76AA65940276}"/>
              </a:ext>
            </a:extLst>
          </p:cNvPr>
          <p:cNvSpPr>
            <a:spLocks noGrp="1"/>
          </p:cNvSpPr>
          <p:nvPr>
            <p:ph type="sldNum" sz="quarter" idx="5"/>
          </p:nvPr>
        </p:nvSpPr>
        <p:spPr/>
        <p:txBody>
          <a:bodyPr/>
          <a:lstStyle/>
          <a:p>
            <a:fld id="{5B8B270D-091D-4ED2-8C85-0898DD7D9F21}" type="slidenum">
              <a:rPr lang="en-US" smtClean="0"/>
              <a:t>12</a:t>
            </a:fld>
            <a:endParaRPr lang="en-US" dirty="0"/>
          </a:p>
        </p:txBody>
      </p:sp>
    </p:spTree>
    <p:extLst>
      <p:ext uri="{BB962C8B-B14F-4D97-AF65-F5344CB8AC3E}">
        <p14:creationId xmlns:p14="http://schemas.microsoft.com/office/powerpoint/2010/main" val="17821551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8B270D-091D-4ED2-8C85-0898DD7D9F21}" type="slidenum">
              <a:rPr lang="en-US" smtClean="0"/>
              <a:t>13</a:t>
            </a:fld>
            <a:endParaRPr lang="en-US" dirty="0"/>
          </a:p>
        </p:txBody>
      </p:sp>
    </p:spTree>
    <p:extLst>
      <p:ext uri="{BB962C8B-B14F-4D97-AF65-F5344CB8AC3E}">
        <p14:creationId xmlns:p14="http://schemas.microsoft.com/office/powerpoint/2010/main" val="37729220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8B270D-091D-4ED2-8C85-0898DD7D9F21}" type="slidenum">
              <a:rPr lang="en-US" smtClean="0"/>
              <a:t>14</a:t>
            </a:fld>
            <a:endParaRPr lang="en-US" dirty="0"/>
          </a:p>
        </p:txBody>
      </p:sp>
    </p:spTree>
    <p:extLst>
      <p:ext uri="{BB962C8B-B14F-4D97-AF65-F5344CB8AC3E}">
        <p14:creationId xmlns:p14="http://schemas.microsoft.com/office/powerpoint/2010/main" val="5472230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0C117-EE1C-C704-F4B4-E031AC3D0C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CAF5C7-001A-5C7D-1174-31CE194176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1E75C7-3973-D0CE-476C-195ADC8EBC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622B7D-D60F-5F3E-2EF2-B19CA5AA2307}"/>
              </a:ext>
            </a:extLst>
          </p:cNvPr>
          <p:cNvSpPr>
            <a:spLocks noGrp="1"/>
          </p:cNvSpPr>
          <p:nvPr>
            <p:ph type="sldNum" sz="quarter" idx="5"/>
          </p:nvPr>
        </p:nvSpPr>
        <p:spPr/>
        <p:txBody>
          <a:bodyPr/>
          <a:lstStyle/>
          <a:p>
            <a:fld id="{5B8B270D-091D-4ED2-8C85-0898DD7D9F21}" type="slidenum">
              <a:rPr lang="en-US" smtClean="0"/>
              <a:t>15</a:t>
            </a:fld>
            <a:endParaRPr lang="en-US" dirty="0"/>
          </a:p>
        </p:txBody>
      </p:sp>
    </p:spTree>
    <p:extLst>
      <p:ext uri="{BB962C8B-B14F-4D97-AF65-F5344CB8AC3E}">
        <p14:creationId xmlns:p14="http://schemas.microsoft.com/office/powerpoint/2010/main" val="29445819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8B270D-091D-4ED2-8C85-0898DD7D9F21}" type="slidenum">
              <a:rPr lang="en-US" smtClean="0"/>
              <a:t>16</a:t>
            </a:fld>
            <a:endParaRPr lang="en-US" dirty="0"/>
          </a:p>
        </p:txBody>
      </p:sp>
    </p:spTree>
    <p:extLst>
      <p:ext uri="{BB962C8B-B14F-4D97-AF65-F5344CB8AC3E}">
        <p14:creationId xmlns:p14="http://schemas.microsoft.com/office/powerpoint/2010/main" val="2718849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92D25-91BA-44CB-1F28-A3E33CB95E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46B3AE-B403-0FE4-5E80-F6FB4A8637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F98B92-6FEB-55A8-9D74-BCBBAD9FD0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E05210-169D-AD4C-FC6A-A6E41F675249}"/>
              </a:ext>
            </a:extLst>
          </p:cNvPr>
          <p:cNvSpPr>
            <a:spLocks noGrp="1"/>
          </p:cNvSpPr>
          <p:nvPr>
            <p:ph type="sldNum" sz="quarter" idx="5"/>
          </p:nvPr>
        </p:nvSpPr>
        <p:spPr/>
        <p:txBody>
          <a:bodyPr/>
          <a:lstStyle/>
          <a:p>
            <a:fld id="{5B8B270D-091D-4ED2-8C85-0898DD7D9F21}" type="slidenum">
              <a:rPr lang="en-US" smtClean="0"/>
              <a:t>17</a:t>
            </a:fld>
            <a:endParaRPr lang="en-US" dirty="0"/>
          </a:p>
        </p:txBody>
      </p:sp>
    </p:spTree>
    <p:extLst>
      <p:ext uri="{BB962C8B-B14F-4D97-AF65-F5344CB8AC3E}">
        <p14:creationId xmlns:p14="http://schemas.microsoft.com/office/powerpoint/2010/main" val="40859505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1132B-FD3F-D3D2-1FD2-A3C9EEBFF1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E1756D-B7B0-4961-F582-50C5C118B0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779FA2-610B-4866-2419-A79CDA92DC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2EA5C2-B923-6AEE-5455-7E164DBD0DAD}"/>
              </a:ext>
            </a:extLst>
          </p:cNvPr>
          <p:cNvSpPr>
            <a:spLocks noGrp="1"/>
          </p:cNvSpPr>
          <p:nvPr>
            <p:ph type="sldNum" sz="quarter" idx="5"/>
          </p:nvPr>
        </p:nvSpPr>
        <p:spPr/>
        <p:txBody>
          <a:bodyPr/>
          <a:lstStyle/>
          <a:p>
            <a:fld id="{5B8B270D-091D-4ED2-8C85-0898DD7D9F21}" type="slidenum">
              <a:rPr lang="en-US" smtClean="0"/>
              <a:t>18</a:t>
            </a:fld>
            <a:endParaRPr lang="en-US" dirty="0"/>
          </a:p>
        </p:txBody>
      </p:sp>
    </p:spTree>
    <p:extLst>
      <p:ext uri="{BB962C8B-B14F-4D97-AF65-F5344CB8AC3E}">
        <p14:creationId xmlns:p14="http://schemas.microsoft.com/office/powerpoint/2010/main" val="14265892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9C2A1-7DD7-37E1-CBA5-90F8628113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01A883-2C70-719C-6EF2-5269BAB1EB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B136B9-2312-D079-7655-A1B30960EF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06946E-9DCF-40B5-0026-0A9CCC49C329}"/>
              </a:ext>
            </a:extLst>
          </p:cNvPr>
          <p:cNvSpPr>
            <a:spLocks noGrp="1"/>
          </p:cNvSpPr>
          <p:nvPr>
            <p:ph type="sldNum" sz="quarter" idx="5"/>
          </p:nvPr>
        </p:nvSpPr>
        <p:spPr/>
        <p:txBody>
          <a:bodyPr/>
          <a:lstStyle/>
          <a:p>
            <a:fld id="{5B8B270D-091D-4ED2-8C85-0898DD7D9F21}" type="slidenum">
              <a:rPr lang="en-US" smtClean="0"/>
              <a:t>19</a:t>
            </a:fld>
            <a:endParaRPr lang="en-US" dirty="0"/>
          </a:p>
        </p:txBody>
      </p:sp>
    </p:spTree>
    <p:extLst>
      <p:ext uri="{BB962C8B-B14F-4D97-AF65-F5344CB8AC3E}">
        <p14:creationId xmlns:p14="http://schemas.microsoft.com/office/powerpoint/2010/main" val="31293041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8BBD1-1302-D7E1-DD13-34892E31EC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FD86D0-BE44-620B-20EE-61F7B799E1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D7C443-D53D-1C6F-086D-519F6990B3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C5CF03-7B3B-16CB-E6A2-66D37F095EDA}"/>
              </a:ext>
            </a:extLst>
          </p:cNvPr>
          <p:cNvSpPr>
            <a:spLocks noGrp="1"/>
          </p:cNvSpPr>
          <p:nvPr>
            <p:ph type="sldNum" sz="quarter" idx="5"/>
          </p:nvPr>
        </p:nvSpPr>
        <p:spPr/>
        <p:txBody>
          <a:bodyPr/>
          <a:lstStyle/>
          <a:p>
            <a:fld id="{5B8B270D-091D-4ED2-8C85-0898DD7D9F21}" type="slidenum">
              <a:rPr lang="en-US" smtClean="0"/>
              <a:t>20</a:t>
            </a:fld>
            <a:endParaRPr lang="en-US" dirty="0"/>
          </a:p>
        </p:txBody>
      </p:sp>
    </p:spTree>
    <p:extLst>
      <p:ext uri="{BB962C8B-B14F-4D97-AF65-F5344CB8AC3E}">
        <p14:creationId xmlns:p14="http://schemas.microsoft.com/office/powerpoint/2010/main" val="38304741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9786F-CB15-FF67-3F55-BFA870721E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7B4E55-39D5-1767-4C26-A3A21A4D2A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02D5C1-2DCC-55D7-EC5A-9CF561C142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ED8C9E-0388-707C-AF9E-7F7CB9759274}"/>
              </a:ext>
            </a:extLst>
          </p:cNvPr>
          <p:cNvSpPr>
            <a:spLocks noGrp="1"/>
          </p:cNvSpPr>
          <p:nvPr>
            <p:ph type="sldNum" sz="quarter" idx="5"/>
          </p:nvPr>
        </p:nvSpPr>
        <p:spPr/>
        <p:txBody>
          <a:bodyPr/>
          <a:lstStyle/>
          <a:p>
            <a:fld id="{5B8B270D-091D-4ED2-8C85-0898DD7D9F21}" type="slidenum">
              <a:rPr lang="en-US" smtClean="0"/>
              <a:t>21</a:t>
            </a:fld>
            <a:endParaRPr lang="en-US" dirty="0"/>
          </a:p>
        </p:txBody>
      </p:sp>
    </p:spTree>
    <p:extLst>
      <p:ext uri="{BB962C8B-B14F-4D97-AF65-F5344CB8AC3E}">
        <p14:creationId xmlns:p14="http://schemas.microsoft.com/office/powerpoint/2010/main" val="22065115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93BDA-57CB-E49C-8172-B362CA4834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AE9244-D1E8-496E-91AC-EF5311DD0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2A36BD-378B-7C63-2C5D-3CDCAD91C8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42E345-9F7E-CF47-6C0D-027A1AF0D56C}"/>
              </a:ext>
            </a:extLst>
          </p:cNvPr>
          <p:cNvSpPr>
            <a:spLocks noGrp="1"/>
          </p:cNvSpPr>
          <p:nvPr>
            <p:ph type="sldNum" sz="quarter" idx="5"/>
          </p:nvPr>
        </p:nvSpPr>
        <p:spPr/>
        <p:txBody>
          <a:bodyPr/>
          <a:lstStyle/>
          <a:p>
            <a:fld id="{5B8B270D-091D-4ED2-8C85-0898DD7D9F21}" type="slidenum">
              <a:rPr lang="en-US" smtClean="0"/>
              <a:t>22</a:t>
            </a:fld>
            <a:endParaRPr lang="en-US" dirty="0"/>
          </a:p>
        </p:txBody>
      </p:sp>
    </p:spTree>
    <p:extLst>
      <p:ext uri="{BB962C8B-B14F-4D97-AF65-F5344CB8AC3E}">
        <p14:creationId xmlns:p14="http://schemas.microsoft.com/office/powerpoint/2010/main" val="25226523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513BC-238B-16D1-2488-859742819E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DFE118-00CD-C13E-19A6-9263AB2F64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AEE5B3-4CF0-9EEF-7734-030D778255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906315-BE07-7E70-9C0B-A1A617CF03CE}"/>
              </a:ext>
            </a:extLst>
          </p:cNvPr>
          <p:cNvSpPr>
            <a:spLocks noGrp="1"/>
          </p:cNvSpPr>
          <p:nvPr>
            <p:ph type="sldNum" sz="quarter" idx="5"/>
          </p:nvPr>
        </p:nvSpPr>
        <p:spPr/>
        <p:txBody>
          <a:bodyPr/>
          <a:lstStyle/>
          <a:p>
            <a:fld id="{5B8B270D-091D-4ED2-8C85-0898DD7D9F21}" type="slidenum">
              <a:rPr lang="en-US" smtClean="0"/>
              <a:t>23</a:t>
            </a:fld>
            <a:endParaRPr lang="en-US" dirty="0"/>
          </a:p>
        </p:txBody>
      </p:sp>
    </p:spTree>
    <p:extLst>
      <p:ext uri="{BB962C8B-B14F-4D97-AF65-F5344CB8AC3E}">
        <p14:creationId xmlns:p14="http://schemas.microsoft.com/office/powerpoint/2010/main" val="28862176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C7E93-E77B-843F-0DF7-9F923145A3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9DB796-C30E-D314-EE82-E94EEA72F8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353BD8-6C40-0DF0-FE04-5114473209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03865B-24BF-0206-8E1E-674CEE39DD83}"/>
              </a:ext>
            </a:extLst>
          </p:cNvPr>
          <p:cNvSpPr>
            <a:spLocks noGrp="1"/>
          </p:cNvSpPr>
          <p:nvPr>
            <p:ph type="sldNum" sz="quarter" idx="5"/>
          </p:nvPr>
        </p:nvSpPr>
        <p:spPr/>
        <p:txBody>
          <a:bodyPr/>
          <a:lstStyle/>
          <a:p>
            <a:fld id="{5B8B270D-091D-4ED2-8C85-0898DD7D9F21}" type="slidenum">
              <a:rPr lang="en-US" smtClean="0"/>
              <a:t>24</a:t>
            </a:fld>
            <a:endParaRPr lang="en-US" dirty="0"/>
          </a:p>
        </p:txBody>
      </p:sp>
    </p:spTree>
    <p:extLst>
      <p:ext uri="{BB962C8B-B14F-4D97-AF65-F5344CB8AC3E}">
        <p14:creationId xmlns:p14="http://schemas.microsoft.com/office/powerpoint/2010/main" val="12089185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A1826-1B3E-4E2E-8D6C-93BCEAA3D6C6}"/>
              </a:ext>
            </a:extLst>
          </p:cNvPr>
          <p:cNvSpPr>
            <a:spLocks noGrp="1"/>
          </p:cNvSpPr>
          <p:nvPr>
            <p:ph type="ctrTitle"/>
          </p:nvPr>
        </p:nvSpPr>
        <p:spPr>
          <a:xfrm>
            <a:off x="2107200" y="1096965"/>
            <a:ext cx="7977600" cy="2085696"/>
          </a:xfrm>
        </p:spPr>
        <p:txBody>
          <a:bodyPr anchor="b">
            <a:norm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AB5F0CE-1714-4650-9690-5676C06349A0}"/>
              </a:ext>
            </a:extLst>
          </p:cNvPr>
          <p:cNvSpPr>
            <a:spLocks noGrp="1"/>
          </p:cNvSpPr>
          <p:nvPr>
            <p:ph type="subTitle" idx="1"/>
          </p:nvPr>
        </p:nvSpPr>
        <p:spPr>
          <a:xfrm>
            <a:off x="3216000" y="3945771"/>
            <a:ext cx="5760000" cy="1832730"/>
          </a:xfrm>
        </p:spPr>
        <p:txBody>
          <a:bodyPr>
            <a:normAutofit/>
          </a:bodyPr>
          <a:lstStyle>
            <a:lvl1pPr marL="0" indent="0" algn="ctr">
              <a:lnSpc>
                <a:spcPct val="125000"/>
              </a:lnSpc>
              <a:buNone/>
              <a:defRPr sz="2400" i="0" spc="5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FD0CA85-BF38-4762-934C-D00F2047C2D1}"/>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649CA3C9-6579-49D9-A5FD-20231FB4B35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B9B94FE-6287-4D49-B0E5-FE9A9BA75A0C}"/>
              </a:ext>
            </a:extLst>
          </p:cNvPr>
          <p:cNvSpPr>
            <a:spLocks noGrp="1"/>
          </p:cNvSpPr>
          <p:nvPr>
            <p:ph type="sldNum" sz="quarter" idx="12"/>
          </p:nvPr>
        </p:nvSpPr>
        <p:spPr/>
        <p:txBody>
          <a:bodyPr/>
          <a:lstStyle/>
          <a:p>
            <a:fld id="{294A09A9-5501-47C1-A89A-A340965A2BE2}" type="slidenum">
              <a:rPr lang="en-US" smtClean="0"/>
              <a:pPr/>
              <a:t>‹#›</a:t>
            </a:fld>
            <a:endParaRPr lang="en-US" dirty="0"/>
          </a:p>
        </p:txBody>
      </p:sp>
      <p:cxnSp>
        <p:nvCxnSpPr>
          <p:cNvPr id="7" name="Straight Connector 6">
            <a:extLst>
              <a:ext uri="{FF2B5EF4-FFF2-40B4-BE49-F238E27FC236}">
                <a16:creationId xmlns:a16="http://schemas.microsoft.com/office/drawing/2014/main" id="{AE0C0B2A-3FD1-4235-A16E-0ED1E028A93E}"/>
              </a:ext>
            </a:extLst>
          </p:cNvPr>
          <p:cNvCxnSpPr>
            <a:cxnSpLocks/>
          </p:cNvCxnSpPr>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9494E066-0146-46E9-BAF1-C33240ABA294}"/>
              </a:ext>
            </a:extLst>
          </p:cNvPr>
          <p:cNvGrpSpPr/>
          <p:nvPr/>
        </p:nvGrpSpPr>
        <p:grpSpPr>
          <a:xfrm rot="2700000">
            <a:off x="10127693" y="4178240"/>
            <a:ext cx="633413" cy="1862138"/>
            <a:chOff x="5959192" y="333389"/>
            <a:chExt cx="633413" cy="1862138"/>
          </a:xfrm>
        </p:grpSpPr>
        <p:grpSp>
          <p:nvGrpSpPr>
            <p:cNvPr id="9" name="Group 8">
              <a:extLst>
                <a:ext uri="{FF2B5EF4-FFF2-40B4-BE49-F238E27FC236}">
                  <a16:creationId xmlns:a16="http://schemas.microsoft.com/office/drawing/2014/main" id="{B02BD80B-C499-4DAC-9580-575B04F8658F}"/>
                </a:ext>
              </a:extLst>
            </p:cNvPr>
            <p:cNvGrpSpPr/>
            <p:nvPr/>
          </p:nvGrpSpPr>
          <p:grpSpPr>
            <a:xfrm>
              <a:off x="5959192" y="333389"/>
              <a:ext cx="633413" cy="1419225"/>
              <a:chOff x="5959192" y="333389"/>
              <a:chExt cx="633413" cy="1419225"/>
            </a:xfrm>
          </p:grpSpPr>
          <p:sp>
            <p:nvSpPr>
              <p:cNvPr id="11" name="Freeform 68">
                <a:extLst>
                  <a:ext uri="{FF2B5EF4-FFF2-40B4-BE49-F238E27FC236}">
                    <a16:creationId xmlns:a16="http://schemas.microsoft.com/office/drawing/2014/main" id="{CCF069F3-858C-4C67-90C2-46017C3D4CEB}"/>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9">
                <a:extLst>
                  <a:ext uri="{FF2B5EF4-FFF2-40B4-BE49-F238E27FC236}">
                    <a16:creationId xmlns:a16="http://schemas.microsoft.com/office/drawing/2014/main" id="{8A1FFA52-DFA8-4A81-8A85-50BE13257F51}"/>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0" name="Line 70">
              <a:extLst>
                <a:ext uri="{FF2B5EF4-FFF2-40B4-BE49-F238E27FC236}">
                  <a16:creationId xmlns:a16="http://schemas.microsoft.com/office/drawing/2014/main" id="{BAEDA471-60CB-4A0C-B9AD-B2B3C51EA2F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97852517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32E59-6597-437B-B2F8-E2DD1F86A8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E3BC1D-912E-4012-84AC-A509C9EF4F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977110C-4AA3-4101-B3BD-140B90AF99C9}"/>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4C50F189-4D8E-4DE6-8295-CF92FA8BFDE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75F33EC-1ACF-4D46-AEA5-A20802210B75}"/>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96244943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45267-19A7-4A3D-9658-AD3F78DD35CB}"/>
              </a:ext>
            </a:extLst>
          </p:cNvPr>
          <p:cNvSpPr>
            <a:spLocks noGrp="1"/>
          </p:cNvSpPr>
          <p:nvPr>
            <p:ph type="title"/>
          </p:nvPr>
        </p:nvSpPr>
        <p:spPr>
          <a:xfrm>
            <a:off x="990000" y="2305800"/>
            <a:ext cx="4636800" cy="2246400"/>
          </a:xfrm>
        </p:spPr>
        <p:txBody>
          <a:bodyPr anchor="ctr">
            <a:normAutofit/>
          </a:bodyPr>
          <a:lstStyle>
            <a:lvl1pPr algn="ct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5F17554-5672-499F-BEB9-AB069E6D15F2}"/>
              </a:ext>
            </a:extLst>
          </p:cNvPr>
          <p:cNvSpPr>
            <a:spLocks noGrp="1"/>
          </p:cNvSpPr>
          <p:nvPr>
            <p:ph type="body" idx="1"/>
          </p:nvPr>
        </p:nvSpPr>
        <p:spPr>
          <a:xfrm>
            <a:off x="6565250" y="2305800"/>
            <a:ext cx="4636800" cy="2246400"/>
          </a:xfrm>
        </p:spPr>
        <p:txBody>
          <a:bodyPr anchor="ctr">
            <a:normAutofit/>
          </a:bodyPr>
          <a:lstStyle>
            <a:lvl1pPr marL="0" indent="0" algn="ctr">
              <a:lnSpc>
                <a:spcPct val="125000"/>
              </a:lnSpc>
              <a:buNone/>
              <a:defRPr sz="2400" i="1">
                <a:solidFill>
                  <a:schemeClr val="tx1">
                    <a:alpha val="6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CBA3C6-C279-46AA-B4EE-5F861D83D2AC}"/>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F04C125B-DDB9-4F4E-B9E9-A747E648FC9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3D465E-E86B-42A8-B18A-9046E40D63D6}"/>
              </a:ext>
            </a:extLst>
          </p:cNvPr>
          <p:cNvSpPr>
            <a:spLocks noGrp="1"/>
          </p:cNvSpPr>
          <p:nvPr>
            <p:ph type="sldNum" sz="quarter" idx="12"/>
          </p:nvPr>
        </p:nvSpPr>
        <p:spPr/>
        <p:txBody>
          <a:bodyPr/>
          <a:lstStyle/>
          <a:p>
            <a:fld id="{294A09A9-5501-47C1-A89A-A340965A2BE2}" type="slidenum">
              <a:rPr lang="en-US" smtClean="0"/>
              <a:pPr/>
              <a:t>‹#›</a:t>
            </a:fld>
            <a:endParaRPr lang="en-US" dirty="0"/>
          </a:p>
        </p:txBody>
      </p:sp>
      <p:sp>
        <p:nvSpPr>
          <p:cNvPr id="7" name="Oval 6">
            <a:extLst>
              <a:ext uri="{FF2B5EF4-FFF2-40B4-BE49-F238E27FC236}">
                <a16:creationId xmlns:a16="http://schemas.microsoft.com/office/drawing/2014/main" id="{6681007E-0E57-40DB-9A98-D04E0A05937B}"/>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8" name="Group 7">
            <a:extLst>
              <a:ext uri="{FF2B5EF4-FFF2-40B4-BE49-F238E27FC236}">
                <a16:creationId xmlns:a16="http://schemas.microsoft.com/office/drawing/2014/main" id="{4C2D7ED2-BAE3-470E-9EFF-F2A49EDD9767}"/>
              </a:ext>
            </a:extLst>
          </p:cNvPr>
          <p:cNvGrpSpPr/>
          <p:nvPr/>
        </p:nvGrpSpPr>
        <p:grpSpPr>
          <a:xfrm rot="10800000">
            <a:off x="1079500" y="952167"/>
            <a:ext cx="641184" cy="1069728"/>
            <a:chOff x="6484111" y="2967038"/>
            <a:chExt cx="641184" cy="1069728"/>
          </a:xfrm>
        </p:grpSpPr>
        <p:grpSp>
          <p:nvGrpSpPr>
            <p:cNvPr id="9" name="Group 8">
              <a:extLst>
                <a:ext uri="{FF2B5EF4-FFF2-40B4-BE49-F238E27FC236}">
                  <a16:creationId xmlns:a16="http://schemas.microsoft.com/office/drawing/2014/main" id="{15B14D1A-9E1B-41C3-96AA-A5C40C4F9B3A}"/>
                </a:ext>
              </a:extLst>
            </p:cNvPr>
            <p:cNvGrpSpPr/>
            <p:nvPr/>
          </p:nvGrpSpPr>
          <p:grpSpPr>
            <a:xfrm>
              <a:off x="6808136" y="2967038"/>
              <a:ext cx="317159" cy="932400"/>
              <a:chOff x="6808136" y="2967038"/>
              <a:chExt cx="317159" cy="932400"/>
            </a:xfrm>
          </p:grpSpPr>
          <p:sp>
            <p:nvSpPr>
              <p:cNvPr id="14" name="Freeform 68">
                <a:extLst>
                  <a:ext uri="{FF2B5EF4-FFF2-40B4-BE49-F238E27FC236}">
                    <a16:creationId xmlns:a16="http://schemas.microsoft.com/office/drawing/2014/main" id="{00EC83EC-04A6-4533-80A5-B1817F1FB35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BF61FF24-9074-4265-ACF4-1AEC3621B76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Line 70">
                <a:extLst>
                  <a:ext uri="{FF2B5EF4-FFF2-40B4-BE49-F238E27FC236}">
                    <a16:creationId xmlns:a16="http://schemas.microsoft.com/office/drawing/2014/main" id="{8D31D9FF-672B-4C5E-B4B2-DD86A124413F}"/>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0" name="Group 9">
              <a:extLst>
                <a:ext uri="{FF2B5EF4-FFF2-40B4-BE49-F238E27FC236}">
                  <a16:creationId xmlns:a16="http://schemas.microsoft.com/office/drawing/2014/main" id="{8991EBFD-EBD5-48CE-9178-AF5B6F50D416}"/>
                </a:ext>
              </a:extLst>
            </p:cNvPr>
            <p:cNvGrpSpPr/>
            <p:nvPr/>
          </p:nvGrpSpPr>
          <p:grpSpPr>
            <a:xfrm rot="18900000" flipH="1">
              <a:off x="6484111" y="3104366"/>
              <a:ext cx="317159" cy="932400"/>
              <a:chOff x="6808136" y="2967038"/>
              <a:chExt cx="317159" cy="932400"/>
            </a:xfrm>
          </p:grpSpPr>
          <p:sp>
            <p:nvSpPr>
              <p:cNvPr id="11" name="Freeform 68">
                <a:extLst>
                  <a:ext uri="{FF2B5EF4-FFF2-40B4-BE49-F238E27FC236}">
                    <a16:creationId xmlns:a16="http://schemas.microsoft.com/office/drawing/2014/main" id="{1B45F046-3129-4A30-9402-44BA590CD1B6}"/>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9">
                <a:extLst>
                  <a:ext uri="{FF2B5EF4-FFF2-40B4-BE49-F238E27FC236}">
                    <a16:creationId xmlns:a16="http://schemas.microsoft.com/office/drawing/2014/main" id="{24589F32-BB2E-46B1-BAB5-75EA779C7A25}"/>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Line 70">
                <a:extLst>
                  <a:ext uri="{FF2B5EF4-FFF2-40B4-BE49-F238E27FC236}">
                    <a16:creationId xmlns:a16="http://schemas.microsoft.com/office/drawing/2014/main" id="{0BD46CA5-AE89-4413-AB8D-347179D8813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cxnSp>
        <p:nvCxnSpPr>
          <p:cNvPr id="17" name="Straight Connector 16">
            <a:extLst>
              <a:ext uri="{FF2B5EF4-FFF2-40B4-BE49-F238E27FC236}">
                <a16:creationId xmlns:a16="http://schemas.microsoft.com/office/drawing/2014/main" id="{4043A360-3214-4DB8-BD85-C6AE48D02D3A}"/>
              </a:ext>
            </a:extLst>
          </p:cNvPr>
          <p:cNvCxnSpPr>
            <a:cxnSpLocks/>
          </p:cNvCxnSpPr>
          <p:nvPr/>
        </p:nvCxnSpPr>
        <p:spPr>
          <a:xfrm rot="16200000" flipH="1">
            <a:off x="5826000" y="342900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045040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4AEE3-6C7B-402E-B26D-1D079D78D307}"/>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1101641-6BDA-433D-9393-1DDACE06701C}"/>
              </a:ext>
            </a:extLst>
          </p:cNvPr>
          <p:cNvSpPr>
            <a:spLocks noGrp="1"/>
          </p:cNvSpPr>
          <p:nvPr>
            <p:ph sz="half" idx="1"/>
          </p:nvPr>
        </p:nvSpPr>
        <p:spPr>
          <a:xfrm>
            <a:off x="989400" y="1685925"/>
            <a:ext cx="4928400" cy="4092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B8F8D2A-A489-488D-B1E1-23F36D3E95C7}"/>
              </a:ext>
            </a:extLst>
          </p:cNvPr>
          <p:cNvSpPr>
            <a:spLocks noGrp="1"/>
          </p:cNvSpPr>
          <p:nvPr>
            <p:ph sz="half" idx="2"/>
          </p:nvPr>
        </p:nvSpPr>
        <p:spPr>
          <a:xfrm>
            <a:off x="6274202" y="1685925"/>
            <a:ext cx="4928400" cy="4092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1CA242E8-AEEF-4BBD-94E9-86F89D69522C}"/>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BD58D2CA-06C9-412D-A5D6-F97DDBBB03D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21A80D9-E04B-47BF-80DA-01E68346A51C}"/>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47252712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42251-8A4B-463E-982B-C657C3810F36}"/>
              </a:ext>
            </a:extLst>
          </p:cNvPr>
          <p:cNvSpPr>
            <a:spLocks noGrp="1"/>
          </p:cNvSpPr>
          <p:nvPr>
            <p:ph type="title"/>
          </p:nvPr>
        </p:nvSpPr>
        <p:spPr>
          <a:xfrm>
            <a:off x="989400" y="395289"/>
            <a:ext cx="10213200" cy="1112836"/>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74D5E-AC0B-46BF-8840-61CC89C3B6BE}"/>
              </a:ext>
            </a:extLst>
          </p:cNvPr>
          <p:cNvSpPr>
            <a:spLocks noGrp="1"/>
          </p:cNvSpPr>
          <p:nvPr>
            <p:ph type="body" idx="1"/>
          </p:nvPr>
        </p:nvSpPr>
        <p:spPr>
          <a:xfrm>
            <a:off x="989399" y="1736732"/>
            <a:ext cx="4928400" cy="661912"/>
          </a:xfrm>
        </p:spPr>
        <p:txBody>
          <a:bodyPr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1A0738-7A90-4A35-AB98-9656D6187286}"/>
              </a:ext>
            </a:extLst>
          </p:cNvPr>
          <p:cNvSpPr>
            <a:spLocks noGrp="1"/>
          </p:cNvSpPr>
          <p:nvPr>
            <p:ph sz="half" idx="2"/>
          </p:nvPr>
        </p:nvSpPr>
        <p:spPr>
          <a:xfrm>
            <a:off x="989400" y="2431256"/>
            <a:ext cx="4928400" cy="33472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DADFE01-1BA7-4288-9355-8B2B508BE582}"/>
              </a:ext>
            </a:extLst>
          </p:cNvPr>
          <p:cNvSpPr>
            <a:spLocks noGrp="1"/>
          </p:cNvSpPr>
          <p:nvPr>
            <p:ph type="body" sz="quarter" idx="3"/>
          </p:nvPr>
        </p:nvSpPr>
        <p:spPr>
          <a:xfrm>
            <a:off x="6274200" y="1736732"/>
            <a:ext cx="4928400" cy="662400"/>
          </a:xfrm>
        </p:spPr>
        <p:txBody>
          <a:bodyPr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D49F77-6C55-47AC-B1AE-5D9906DBD7F6}"/>
              </a:ext>
            </a:extLst>
          </p:cNvPr>
          <p:cNvSpPr>
            <a:spLocks noGrp="1"/>
          </p:cNvSpPr>
          <p:nvPr>
            <p:ph sz="quarter" idx="4"/>
          </p:nvPr>
        </p:nvSpPr>
        <p:spPr>
          <a:xfrm>
            <a:off x="6274200" y="2431257"/>
            <a:ext cx="4928400" cy="33472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1D8EF53-AF86-47E8-83DC-8C419847A639}"/>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5C01D653-ED9A-46D3-A97F-B5FA1DAE6CA9}"/>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C5B9B66-64EA-4022-BD96-ECF2A80CE2F0}"/>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95523027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B6B0-54DE-4F2D-84DD-D06CD3B117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EFFE053-BB16-4940-B248-2D496BB29975}"/>
              </a:ext>
            </a:extLst>
          </p:cNvPr>
          <p:cNvSpPr>
            <a:spLocks noGrp="1"/>
          </p:cNvSpPr>
          <p:nvPr>
            <p:ph type="dt" sz="half" idx="10"/>
          </p:nvPr>
        </p:nvSpPr>
        <p:spPr/>
        <p:txBody>
          <a:bodyPr/>
          <a:lstStyle/>
          <a:p>
            <a:fld id="{4EC743F4-8769-40B4-85DF-6CB8DE9F66AA}" type="datetimeFigureOut">
              <a:rPr lang="en-US" smtClean="0"/>
              <a:t>5/10/2025</a:t>
            </a:fld>
            <a:endParaRPr lang="en-US"/>
          </a:p>
        </p:txBody>
      </p:sp>
      <p:sp>
        <p:nvSpPr>
          <p:cNvPr id="4" name="Footer Placeholder 3">
            <a:extLst>
              <a:ext uri="{FF2B5EF4-FFF2-40B4-BE49-F238E27FC236}">
                <a16:creationId xmlns:a16="http://schemas.microsoft.com/office/drawing/2014/main" id="{31FBD80C-6CA1-42DB-B732-4807A27DA8C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a:lstStyle/>
          <a:p>
            <a:fld id="{FF2BD96E-3838-45D2-9031-D3AF67C920A5}" type="slidenum">
              <a:rPr lang="en-US" smtClean="0"/>
              <a:t>‹#›</a:t>
            </a:fld>
            <a:endParaRPr lang="en-US"/>
          </a:p>
        </p:txBody>
      </p:sp>
      <p:grpSp>
        <p:nvGrpSpPr>
          <p:cNvPr id="6" name="Group 5">
            <a:extLst>
              <a:ext uri="{FF2B5EF4-FFF2-40B4-BE49-F238E27FC236}">
                <a16:creationId xmlns:a16="http://schemas.microsoft.com/office/drawing/2014/main" id="{17004688-7200-27A0-AED2-FDEA0C50E2E9}"/>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a:off x="6153976" y="457964"/>
            <a:ext cx="6009066" cy="5914582"/>
            <a:chOff x="6153976" y="457964"/>
            <a:chExt cx="6009066" cy="5914582"/>
          </a:xfrm>
        </p:grpSpPr>
        <p:grpSp>
          <p:nvGrpSpPr>
            <p:cNvPr id="7" name="Group 6">
              <a:extLst>
                <a:ext uri="{FF2B5EF4-FFF2-40B4-BE49-F238E27FC236}">
                  <a16:creationId xmlns:a16="http://schemas.microsoft.com/office/drawing/2014/main" id="{0962AE0E-CD08-E4A3-B4FB-58E3FB6095C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2621" y="2980002"/>
              <a:ext cx="317159" cy="932400"/>
              <a:chOff x="6376988" y="280988"/>
              <a:chExt cx="633413" cy="1862138"/>
            </a:xfrm>
          </p:grpSpPr>
          <p:sp>
            <p:nvSpPr>
              <p:cNvPr id="86" name="Freeform 68">
                <a:extLst>
                  <a:ext uri="{FF2B5EF4-FFF2-40B4-BE49-F238E27FC236}">
                    <a16:creationId xmlns:a16="http://schemas.microsoft.com/office/drawing/2014/main" id="{942343E8-72A7-5457-2C99-D033A36FF0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7" name="Freeform 69">
                <a:extLst>
                  <a:ext uri="{FF2B5EF4-FFF2-40B4-BE49-F238E27FC236}">
                    <a16:creationId xmlns:a16="http://schemas.microsoft.com/office/drawing/2014/main" id="{1C19E638-91EB-75DC-9458-EA0229C044E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8" name="Line 70">
                <a:extLst>
                  <a:ext uri="{FF2B5EF4-FFF2-40B4-BE49-F238E27FC236}">
                    <a16:creationId xmlns:a16="http://schemas.microsoft.com/office/drawing/2014/main" id="{6E02EB3D-A45E-B4B7-9E49-65E6921C6D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8" name="Group 7">
              <a:extLst>
                <a:ext uri="{FF2B5EF4-FFF2-40B4-BE49-F238E27FC236}">
                  <a16:creationId xmlns:a16="http://schemas.microsoft.com/office/drawing/2014/main" id="{46ED0F2C-33C6-33F8-D25A-653073FA8FE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8324466" y="457964"/>
              <a:ext cx="3838576" cy="5838297"/>
              <a:chOff x="8324466" y="457964"/>
              <a:chExt cx="3838576" cy="5838297"/>
            </a:xfrm>
          </p:grpSpPr>
          <p:sp>
            <p:nvSpPr>
              <p:cNvPr id="48" name="Oval 47">
                <a:extLst>
                  <a:ext uri="{FF2B5EF4-FFF2-40B4-BE49-F238E27FC236}">
                    <a16:creationId xmlns:a16="http://schemas.microsoft.com/office/drawing/2014/main" id="{76C992DF-7C76-80E6-220E-5545B437E8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nvGrpSpPr>
              <p:cNvPr id="49" name="Group 48">
                <a:extLst>
                  <a:ext uri="{FF2B5EF4-FFF2-40B4-BE49-F238E27FC236}">
                    <a16:creationId xmlns:a16="http://schemas.microsoft.com/office/drawing/2014/main" id="{1532E4B2-6FAE-2363-8842-E08A265B0FB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64" name="Freeform 64">
                  <a:extLst>
                    <a:ext uri="{FF2B5EF4-FFF2-40B4-BE49-F238E27FC236}">
                      <a16:creationId xmlns:a16="http://schemas.microsoft.com/office/drawing/2014/main" id="{D7AE19E9-E19F-29AF-639C-44EB5FB5E3E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5" name="Freeform 81">
                  <a:extLst>
                    <a:ext uri="{FF2B5EF4-FFF2-40B4-BE49-F238E27FC236}">
                      <a16:creationId xmlns:a16="http://schemas.microsoft.com/office/drawing/2014/main" id="{FC6B75DA-401A-8C4D-421A-4A0230030C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6" name="Freeform 61">
                  <a:extLst>
                    <a:ext uri="{FF2B5EF4-FFF2-40B4-BE49-F238E27FC236}">
                      <a16:creationId xmlns:a16="http://schemas.microsoft.com/office/drawing/2014/main" id="{83B7B7D8-FAE1-EF25-3177-C597CA2855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7" name="Freeform 78">
                  <a:extLst>
                    <a:ext uri="{FF2B5EF4-FFF2-40B4-BE49-F238E27FC236}">
                      <a16:creationId xmlns:a16="http://schemas.microsoft.com/office/drawing/2014/main" id="{D8189C2B-39BF-F3AD-761F-3EC5A413936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8" name="Freeform 84">
                  <a:extLst>
                    <a:ext uri="{FF2B5EF4-FFF2-40B4-BE49-F238E27FC236}">
                      <a16:creationId xmlns:a16="http://schemas.microsoft.com/office/drawing/2014/main" id="{9B3C11E0-E220-6347-106F-7361EEF4B71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9" name="Freeform 87">
                  <a:extLst>
                    <a:ext uri="{FF2B5EF4-FFF2-40B4-BE49-F238E27FC236}">
                      <a16:creationId xmlns:a16="http://schemas.microsoft.com/office/drawing/2014/main" id="{79AAD932-DEE5-826A-1B8E-BF1B2B2BB3D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0" name="Freeform 60">
                  <a:extLst>
                    <a:ext uri="{FF2B5EF4-FFF2-40B4-BE49-F238E27FC236}">
                      <a16:creationId xmlns:a16="http://schemas.microsoft.com/office/drawing/2014/main" id="{A9BA9C23-F16A-423E-DB70-2BBBE58B0C8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1" name="Freeform 59">
                  <a:extLst>
                    <a:ext uri="{FF2B5EF4-FFF2-40B4-BE49-F238E27FC236}">
                      <a16:creationId xmlns:a16="http://schemas.microsoft.com/office/drawing/2014/main" id="{237FA726-DD02-A25D-C698-4FB16B377C4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2" name="Freeform 62">
                  <a:extLst>
                    <a:ext uri="{FF2B5EF4-FFF2-40B4-BE49-F238E27FC236}">
                      <a16:creationId xmlns:a16="http://schemas.microsoft.com/office/drawing/2014/main" id="{A0991B4B-EDB7-1AEE-679D-75A7958333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3" name="Freeform 65">
                  <a:extLst>
                    <a:ext uri="{FF2B5EF4-FFF2-40B4-BE49-F238E27FC236}">
                      <a16:creationId xmlns:a16="http://schemas.microsoft.com/office/drawing/2014/main" id="{198D13E0-51CA-CC43-BFAD-752CD4E5ED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4" name="Freeform 79">
                  <a:extLst>
                    <a:ext uri="{FF2B5EF4-FFF2-40B4-BE49-F238E27FC236}">
                      <a16:creationId xmlns:a16="http://schemas.microsoft.com/office/drawing/2014/main" id="{979DDC47-298E-AFD7-CE86-9F24018FCB5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5" name="Freeform 82">
                  <a:extLst>
                    <a:ext uri="{FF2B5EF4-FFF2-40B4-BE49-F238E27FC236}">
                      <a16:creationId xmlns:a16="http://schemas.microsoft.com/office/drawing/2014/main" id="{FDF6497C-C9D8-77C1-9EC1-AA3DC693FD5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6" name="Freeform 85">
                  <a:extLst>
                    <a:ext uri="{FF2B5EF4-FFF2-40B4-BE49-F238E27FC236}">
                      <a16:creationId xmlns:a16="http://schemas.microsoft.com/office/drawing/2014/main" id="{F94954A5-B504-9802-E8A3-D92A434B21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7" name="Freeform 88">
                  <a:extLst>
                    <a:ext uri="{FF2B5EF4-FFF2-40B4-BE49-F238E27FC236}">
                      <a16:creationId xmlns:a16="http://schemas.microsoft.com/office/drawing/2014/main" id="{26CA4C70-E5AD-FFC4-4F64-9029A88E16B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78" name="Group 77">
                  <a:extLst>
                    <a:ext uri="{FF2B5EF4-FFF2-40B4-BE49-F238E27FC236}">
                      <a16:creationId xmlns:a16="http://schemas.microsoft.com/office/drawing/2014/main" id="{C2F66C97-233E-069E-842E-FC7DD613F3E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79" name="Line 63">
                    <a:extLst>
                      <a:ext uri="{FF2B5EF4-FFF2-40B4-BE49-F238E27FC236}">
                        <a16:creationId xmlns:a16="http://schemas.microsoft.com/office/drawing/2014/main" id="{AA0F3696-6B0D-543A-4D40-8B145249CB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0" name="Line 66">
                    <a:extLst>
                      <a:ext uri="{FF2B5EF4-FFF2-40B4-BE49-F238E27FC236}">
                        <a16:creationId xmlns:a16="http://schemas.microsoft.com/office/drawing/2014/main" id="{29D21825-8498-CADF-8EB5-D08C5C4348E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1" name="Line 67">
                    <a:extLst>
                      <a:ext uri="{FF2B5EF4-FFF2-40B4-BE49-F238E27FC236}">
                        <a16:creationId xmlns:a16="http://schemas.microsoft.com/office/drawing/2014/main" id="{D1EBC7BA-66A7-56E5-19F7-65B9A2BE6EB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2" name="Line 80">
                    <a:extLst>
                      <a:ext uri="{FF2B5EF4-FFF2-40B4-BE49-F238E27FC236}">
                        <a16:creationId xmlns:a16="http://schemas.microsoft.com/office/drawing/2014/main" id="{41A6EA28-930F-EBBA-43EE-6CB627294AC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3" name="Line 83">
                    <a:extLst>
                      <a:ext uri="{FF2B5EF4-FFF2-40B4-BE49-F238E27FC236}">
                        <a16:creationId xmlns:a16="http://schemas.microsoft.com/office/drawing/2014/main" id="{5297B34D-B81D-6350-4194-484D7EC282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4" name="Line 86">
                    <a:extLst>
                      <a:ext uri="{FF2B5EF4-FFF2-40B4-BE49-F238E27FC236}">
                        <a16:creationId xmlns:a16="http://schemas.microsoft.com/office/drawing/2014/main" id="{DD7C599E-910F-8D88-3AA0-B24C9A79E13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5" name="Line 89">
                    <a:extLst>
                      <a:ext uri="{FF2B5EF4-FFF2-40B4-BE49-F238E27FC236}">
                        <a16:creationId xmlns:a16="http://schemas.microsoft.com/office/drawing/2014/main" id="{E663B789-16D2-7968-1AB9-E036E4D4285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50" name="Group 49">
                <a:extLst>
                  <a:ext uri="{FF2B5EF4-FFF2-40B4-BE49-F238E27FC236}">
                    <a16:creationId xmlns:a16="http://schemas.microsoft.com/office/drawing/2014/main" id="{EBE4D28C-9D5D-2CDF-4E98-5D046F140CB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56" name="Group 55">
                  <a:extLst>
                    <a:ext uri="{FF2B5EF4-FFF2-40B4-BE49-F238E27FC236}">
                      <a16:creationId xmlns:a16="http://schemas.microsoft.com/office/drawing/2014/main" id="{19D439ED-096C-BC38-ECCB-78B2B5178F8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0" name="Straight Connector 59">
                    <a:extLst>
                      <a:ext uri="{FF2B5EF4-FFF2-40B4-BE49-F238E27FC236}">
                        <a16:creationId xmlns:a16="http://schemas.microsoft.com/office/drawing/2014/main" id="{8E820AB2-DB7A-A79D-FAE4-35AC3D677C8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88E5C4B-5B7B-FDA4-A576-7854A9D1598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2" name="Rectangle 30">
                    <a:extLst>
                      <a:ext uri="{FF2B5EF4-FFF2-40B4-BE49-F238E27FC236}">
                        <a16:creationId xmlns:a16="http://schemas.microsoft.com/office/drawing/2014/main" id="{E3C02BC9-4E4F-3743-8563-808D6A0B437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30">
                    <a:extLst>
                      <a:ext uri="{FF2B5EF4-FFF2-40B4-BE49-F238E27FC236}">
                        <a16:creationId xmlns:a16="http://schemas.microsoft.com/office/drawing/2014/main" id="{D0EF96EA-252F-062A-E566-42ABC6B9036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7" name="Group 56">
                  <a:extLst>
                    <a:ext uri="{FF2B5EF4-FFF2-40B4-BE49-F238E27FC236}">
                      <a16:creationId xmlns:a16="http://schemas.microsoft.com/office/drawing/2014/main" id="{58DCE928-965C-EA85-F5C1-24E19E45854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58" name="Freeform: Shape 57">
                    <a:extLst>
                      <a:ext uri="{FF2B5EF4-FFF2-40B4-BE49-F238E27FC236}">
                        <a16:creationId xmlns:a16="http://schemas.microsoft.com/office/drawing/2014/main" id="{B5B70EF0-D01D-E5DD-0234-6B93EE439E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59" name="Freeform: Shape 58">
                    <a:extLst>
                      <a:ext uri="{FF2B5EF4-FFF2-40B4-BE49-F238E27FC236}">
                        <a16:creationId xmlns:a16="http://schemas.microsoft.com/office/drawing/2014/main" id="{CA0351E2-397A-7FC9-6BE5-A3018AAB2BD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51" name="Group 50">
                <a:extLst>
                  <a:ext uri="{FF2B5EF4-FFF2-40B4-BE49-F238E27FC236}">
                    <a16:creationId xmlns:a16="http://schemas.microsoft.com/office/drawing/2014/main" id="{9EE4DD70-FCD0-DFFE-52A6-0DE9BC23311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52" name="Group 51">
                  <a:extLst>
                    <a:ext uri="{FF2B5EF4-FFF2-40B4-BE49-F238E27FC236}">
                      <a16:creationId xmlns:a16="http://schemas.microsoft.com/office/drawing/2014/main" id="{1466F87F-6F35-E28C-1556-6383A82F7F8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4" name="Freeform 68">
                    <a:extLst>
                      <a:ext uri="{FF2B5EF4-FFF2-40B4-BE49-F238E27FC236}">
                        <a16:creationId xmlns:a16="http://schemas.microsoft.com/office/drawing/2014/main" id="{D4FD8A8E-2B46-F940-BD0E-086FCF76665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5" name="Freeform 69">
                    <a:extLst>
                      <a:ext uri="{FF2B5EF4-FFF2-40B4-BE49-F238E27FC236}">
                        <a16:creationId xmlns:a16="http://schemas.microsoft.com/office/drawing/2014/main" id="{7532BE26-5B7C-EE9E-4191-8A54CDBBD66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53" name="Line 70">
                  <a:extLst>
                    <a:ext uri="{FF2B5EF4-FFF2-40B4-BE49-F238E27FC236}">
                      <a16:creationId xmlns:a16="http://schemas.microsoft.com/office/drawing/2014/main" id="{BFC8ECE6-D59A-9EE4-CB81-D6162F00D8E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9" name="Group 8">
              <a:extLst>
                <a:ext uri="{FF2B5EF4-FFF2-40B4-BE49-F238E27FC236}">
                  <a16:creationId xmlns:a16="http://schemas.microsoft.com/office/drawing/2014/main" id="{15080BC2-EE72-5D70-6666-DEBC4916533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6153976" y="534249"/>
              <a:ext cx="3838576" cy="5838297"/>
              <a:chOff x="8324466" y="457964"/>
              <a:chExt cx="3838576" cy="5838297"/>
            </a:xfrm>
          </p:grpSpPr>
          <p:sp>
            <p:nvSpPr>
              <p:cNvPr id="10" name="Oval 9">
                <a:extLst>
                  <a:ext uri="{FF2B5EF4-FFF2-40B4-BE49-F238E27FC236}">
                    <a16:creationId xmlns:a16="http://schemas.microsoft.com/office/drawing/2014/main" id="{393AA0A3-2A8A-2332-F348-F88D6E1F3B3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nvGrpSpPr>
              <p:cNvPr id="11" name="Group 10">
                <a:extLst>
                  <a:ext uri="{FF2B5EF4-FFF2-40B4-BE49-F238E27FC236}">
                    <a16:creationId xmlns:a16="http://schemas.microsoft.com/office/drawing/2014/main" id="{54355255-9D4E-147B-DA9E-4FFB14E7C1B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26" name="Freeform 64">
                  <a:extLst>
                    <a:ext uri="{FF2B5EF4-FFF2-40B4-BE49-F238E27FC236}">
                      <a16:creationId xmlns:a16="http://schemas.microsoft.com/office/drawing/2014/main" id="{0C229BCD-A083-BC81-2151-41E4947E04A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7" name="Freeform 81">
                  <a:extLst>
                    <a:ext uri="{FF2B5EF4-FFF2-40B4-BE49-F238E27FC236}">
                      <a16:creationId xmlns:a16="http://schemas.microsoft.com/office/drawing/2014/main" id="{F138DCEE-5B8D-D5E5-54B6-6B0BA01F6ED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8" name="Freeform 61">
                  <a:extLst>
                    <a:ext uri="{FF2B5EF4-FFF2-40B4-BE49-F238E27FC236}">
                      <a16:creationId xmlns:a16="http://schemas.microsoft.com/office/drawing/2014/main" id="{F00BD61F-0747-E748-6BFB-CB875F4942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9" name="Freeform 78">
                  <a:extLst>
                    <a:ext uri="{FF2B5EF4-FFF2-40B4-BE49-F238E27FC236}">
                      <a16:creationId xmlns:a16="http://schemas.microsoft.com/office/drawing/2014/main" id="{07C45B1B-92EA-5E82-24D1-931DB8AF997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0" name="Freeform 84">
                  <a:extLst>
                    <a:ext uri="{FF2B5EF4-FFF2-40B4-BE49-F238E27FC236}">
                      <a16:creationId xmlns:a16="http://schemas.microsoft.com/office/drawing/2014/main" id="{F11B1265-0119-731D-E758-7C0BAFE4B5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1" name="Freeform 87">
                  <a:extLst>
                    <a:ext uri="{FF2B5EF4-FFF2-40B4-BE49-F238E27FC236}">
                      <a16:creationId xmlns:a16="http://schemas.microsoft.com/office/drawing/2014/main" id="{35056C9E-95B1-E743-9A73-5A39803B74B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2" name="Freeform 60">
                  <a:extLst>
                    <a:ext uri="{FF2B5EF4-FFF2-40B4-BE49-F238E27FC236}">
                      <a16:creationId xmlns:a16="http://schemas.microsoft.com/office/drawing/2014/main" id="{873B7450-9F65-5384-2976-127FD877572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3" name="Freeform 59">
                  <a:extLst>
                    <a:ext uri="{FF2B5EF4-FFF2-40B4-BE49-F238E27FC236}">
                      <a16:creationId xmlns:a16="http://schemas.microsoft.com/office/drawing/2014/main" id="{93FE1A96-9FB8-DD4B-5EB8-26A91007B6E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4" name="Freeform 62">
                  <a:extLst>
                    <a:ext uri="{FF2B5EF4-FFF2-40B4-BE49-F238E27FC236}">
                      <a16:creationId xmlns:a16="http://schemas.microsoft.com/office/drawing/2014/main" id="{07C997E7-D2EC-2533-34E1-ADA752DD0A5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5" name="Freeform 65">
                  <a:extLst>
                    <a:ext uri="{FF2B5EF4-FFF2-40B4-BE49-F238E27FC236}">
                      <a16:creationId xmlns:a16="http://schemas.microsoft.com/office/drawing/2014/main" id="{CDFD69D0-D4F6-6990-4E0A-C6FEB0CE49B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6" name="Freeform 79">
                  <a:extLst>
                    <a:ext uri="{FF2B5EF4-FFF2-40B4-BE49-F238E27FC236}">
                      <a16:creationId xmlns:a16="http://schemas.microsoft.com/office/drawing/2014/main" id="{825CB36E-9726-A54C-5717-F6A428FED53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7" name="Freeform 82">
                  <a:extLst>
                    <a:ext uri="{FF2B5EF4-FFF2-40B4-BE49-F238E27FC236}">
                      <a16:creationId xmlns:a16="http://schemas.microsoft.com/office/drawing/2014/main" id="{F8184497-7251-D4E9-F39C-EE556E4B10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8" name="Freeform 85">
                  <a:extLst>
                    <a:ext uri="{FF2B5EF4-FFF2-40B4-BE49-F238E27FC236}">
                      <a16:creationId xmlns:a16="http://schemas.microsoft.com/office/drawing/2014/main" id="{835D68A6-6C40-806B-C58A-25B22D6BC6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9" name="Freeform 88">
                  <a:extLst>
                    <a:ext uri="{FF2B5EF4-FFF2-40B4-BE49-F238E27FC236}">
                      <a16:creationId xmlns:a16="http://schemas.microsoft.com/office/drawing/2014/main" id="{E36097E1-57E6-7188-7C0D-36C56EF55F7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40" name="Group 39">
                  <a:extLst>
                    <a:ext uri="{FF2B5EF4-FFF2-40B4-BE49-F238E27FC236}">
                      <a16:creationId xmlns:a16="http://schemas.microsoft.com/office/drawing/2014/main" id="{9C1BAB2A-BA9C-8C5A-13B8-CE9C056AE65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1" name="Line 63">
                    <a:extLst>
                      <a:ext uri="{FF2B5EF4-FFF2-40B4-BE49-F238E27FC236}">
                        <a16:creationId xmlns:a16="http://schemas.microsoft.com/office/drawing/2014/main" id="{4F8DCA4A-A0D6-514F-47BB-541F133C696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2" name="Line 66">
                    <a:extLst>
                      <a:ext uri="{FF2B5EF4-FFF2-40B4-BE49-F238E27FC236}">
                        <a16:creationId xmlns:a16="http://schemas.microsoft.com/office/drawing/2014/main" id="{0BEDD737-7AD9-32AF-DA50-AE940D883A1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3" name="Line 67">
                    <a:extLst>
                      <a:ext uri="{FF2B5EF4-FFF2-40B4-BE49-F238E27FC236}">
                        <a16:creationId xmlns:a16="http://schemas.microsoft.com/office/drawing/2014/main" id="{9361792E-BF11-44DD-3900-9EE92815F3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4" name="Line 80">
                    <a:extLst>
                      <a:ext uri="{FF2B5EF4-FFF2-40B4-BE49-F238E27FC236}">
                        <a16:creationId xmlns:a16="http://schemas.microsoft.com/office/drawing/2014/main" id="{EF08723B-66BF-73AE-106A-58DBBBABFA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5" name="Line 83">
                    <a:extLst>
                      <a:ext uri="{FF2B5EF4-FFF2-40B4-BE49-F238E27FC236}">
                        <a16:creationId xmlns:a16="http://schemas.microsoft.com/office/drawing/2014/main" id="{866A6C7D-739E-6ED2-8DC9-F62F9697723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6" name="Line 86">
                    <a:extLst>
                      <a:ext uri="{FF2B5EF4-FFF2-40B4-BE49-F238E27FC236}">
                        <a16:creationId xmlns:a16="http://schemas.microsoft.com/office/drawing/2014/main" id="{3CAE0274-E38E-54A4-13C4-FFD1A9DDC6C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7" name="Line 89">
                    <a:extLst>
                      <a:ext uri="{FF2B5EF4-FFF2-40B4-BE49-F238E27FC236}">
                        <a16:creationId xmlns:a16="http://schemas.microsoft.com/office/drawing/2014/main" id="{7561DEAF-B810-94D1-71BB-2116BFFFA77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12" name="Group 11">
                <a:extLst>
                  <a:ext uri="{FF2B5EF4-FFF2-40B4-BE49-F238E27FC236}">
                    <a16:creationId xmlns:a16="http://schemas.microsoft.com/office/drawing/2014/main" id="{323C31A5-9409-F839-90BA-3883DC53230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8" name="Group 17">
                  <a:extLst>
                    <a:ext uri="{FF2B5EF4-FFF2-40B4-BE49-F238E27FC236}">
                      <a16:creationId xmlns:a16="http://schemas.microsoft.com/office/drawing/2014/main" id="{42742EC4-5A1C-631E-398C-F3C5A9C4A2E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2" name="Straight Connector 21">
                    <a:extLst>
                      <a:ext uri="{FF2B5EF4-FFF2-40B4-BE49-F238E27FC236}">
                        <a16:creationId xmlns:a16="http://schemas.microsoft.com/office/drawing/2014/main" id="{D2C0A335-0DBB-9CDA-7CB6-64689BB782AD}"/>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21B6FD8-0F3F-70F9-2457-87BB8AAB793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4" name="Rectangle 30">
                    <a:extLst>
                      <a:ext uri="{FF2B5EF4-FFF2-40B4-BE49-F238E27FC236}">
                        <a16:creationId xmlns:a16="http://schemas.microsoft.com/office/drawing/2014/main" id="{44ACA065-23B9-0399-85C9-8821480A7DD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30">
                    <a:extLst>
                      <a:ext uri="{FF2B5EF4-FFF2-40B4-BE49-F238E27FC236}">
                        <a16:creationId xmlns:a16="http://schemas.microsoft.com/office/drawing/2014/main" id="{360F78FE-550E-F182-27C9-8D0D0411F4D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9" name="Group 18">
                  <a:extLst>
                    <a:ext uri="{FF2B5EF4-FFF2-40B4-BE49-F238E27FC236}">
                      <a16:creationId xmlns:a16="http://schemas.microsoft.com/office/drawing/2014/main" id="{82BEC42F-0A94-4DB3-9210-90D9BA7610B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0" name="Freeform: Shape 19">
                    <a:extLst>
                      <a:ext uri="{FF2B5EF4-FFF2-40B4-BE49-F238E27FC236}">
                        <a16:creationId xmlns:a16="http://schemas.microsoft.com/office/drawing/2014/main" id="{4639297D-A086-3111-DE35-3ADFC63EC52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21" name="Freeform: Shape 20">
                    <a:extLst>
                      <a:ext uri="{FF2B5EF4-FFF2-40B4-BE49-F238E27FC236}">
                        <a16:creationId xmlns:a16="http://schemas.microsoft.com/office/drawing/2014/main" id="{0A57F373-E650-007D-EF3A-125835724B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13" name="Group 12">
                <a:extLst>
                  <a:ext uri="{FF2B5EF4-FFF2-40B4-BE49-F238E27FC236}">
                    <a16:creationId xmlns:a16="http://schemas.microsoft.com/office/drawing/2014/main" id="{3F7AA1C2-3BC9-2CC2-246C-891EEAAAAAD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4" name="Group 13">
                  <a:extLst>
                    <a:ext uri="{FF2B5EF4-FFF2-40B4-BE49-F238E27FC236}">
                      <a16:creationId xmlns:a16="http://schemas.microsoft.com/office/drawing/2014/main" id="{8095730D-9E3D-CB3A-4FF1-D9B51A162A3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6" name="Freeform 68">
                    <a:extLst>
                      <a:ext uri="{FF2B5EF4-FFF2-40B4-BE49-F238E27FC236}">
                        <a16:creationId xmlns:a16="http://schemas.microsoft.com/office/drawing/2014/main" id="{0FDC9A03-E7DE-3D3E-74F8-C2990A5082F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 name="Freeform 69">
                    <a:extLst>
                      <a:ext uri="{FF2B5EF4-FFF2-40B4-BE49-F238E27FC236}">
                        <a16:creationId xmlns:a16="http://schemas.microsoft.com/office/drawing/2014/main" id="{3B430687-A11D-CFC5-B7C6-AF9A479146F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5" name="Line 70">
                  <a:extLst>
                    <a:ext uri="{FF2B5EF4-FFF2-40B4-BE49-F238E27FC236}">
                      <a16:creationId xmlns:a16="http://schemas.microsoft.com/office/drawing/2014/main" id="{F9EEDCBB-CCC4-61BB-3480-8D21A3D2F18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spTree>
    <p:extLst>
      <p:ext uri="{BB962C8B-B14F-4D97-AF65-F5344CB8AC3E}">
        <p14:creationId xmlns:p14="http://schemas.microsoft.com/office/powerpoint/2010/main" val="19003897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46A27C-9BDA-43B3-96EA-C145EA7F04DE}"/>
              </a:ext>
            </a:extLst>
          </p:cNvPr>
          <p:cNvSpPr>
            <a:spLocks noGrp="1"/>
          </p:cNvSpPr>
          <p:nvPr>
            <p:ph type="dt" sz="half" idx="10"/>
          </p:nvPr>
        </p:nvSpPr>
        <p:spPr/>
        <p:txBody>
          <a:bodyPr/>
          <a:lstStyle/>
          <a:p>
            <a:r>
              <a:rPr lang="en-US"/>
              <a:t>20XX</a:t>
            </a:r>
            <a:endParaRPr lang="en-US" dirty="0"/>
          </a:p>
        </p:txBody>
      </p:sp>
      <p:sp>
        <p:nvSpPr>
          <p:cNvPr id="3" name="Footer Placeholder 2">
            <a:extLst>
              <a:ext uri="{FF2B5EF4-FFF2-40B4-BE49-F238E27FC236}">
                <a16:creationId xmlns:a16="http://schemas.microsoft.com/office/drawing/2014/main" id="{791FBD5E-AA17-42F1-8615-49F2664DD46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AE57A2D5-EBE5-43DD-8CF2-8B90801A0DF5}"/>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39105187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451E1-40E1-4ED2-A9E3-6376E774AD27}"/>
              </a:ext>
            </a:extLst>
          </p:cNvPr>
          <p:cNvSpPr>
            <a:spLocks noGrp="1"/>
          </p:cNvSpPr>
          <p:nvPr>
            <p:ph type="title"/>
          </p:nvPr>
        </p:nvSpPr>
        <p:spPr>
          <a:xfrm>
            <a:off x="990001" y="955674"/>
            <a:ext cx="3531600" cy="1384995"/>
          </a:xfrm>
        </p:spPr>
        <p:txBody>
          <a:bodyPr anchor="b">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9BAAE5E-AD83-40D4-8BDB-6B25250247AA}"/>
              </a:ext>
            </a:extLst>
          </p:cNvPr>
          <p:cNvSpPr>
            <a:spLocks noGrp="1"/>
          </p:cNvSpPr>
          <p:nvPr>
            <p:ph idx="1"/>
          </p:nvPr>
        </p:nvSpPr>
        <p:spPr>
          <a:xfrm>
            <a:off x="5444850" y="882651"/>
            <a:ext cx="5760000" cy="489584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4D4DF8E2-A28B-4889-AD9E-1D733FEA2E0C}"/>
              </a:ext>
            </a:extLst>
          </p:cNvPr>
          <p:cNvSpPr>
            <a:spLocks noGrp="1"/>
          </p:cNvSpPr>
          <p:nvPr>
            <p:ph type="body" sz="half" idx="2"/>
          </p:nvPr>
        </p:nvSpPr>
        <p:spPr>
          <a:xfrm>
            <a:off x="989401" y="2584759"/>
            <a:ext cx="3531600" cy="3193741"/>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2EF812-B775-468C-84D9-4394CC19F298}"/>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9DE1DEB3-5237-467C-A5B6-EDA7F366EB6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1877A6B-440F-4D7B-92DA-1B964D029F12}"/>
              </a:ext>
            </a:extLst>
          </p:cNvPr>
          <p:cNvSpPr>
            <a:spLocks noGrp="1"/>
          </p:cNvSpPr>
          <p:nvPr>
            <p:ph type="sldNum" sz="quarter" idx="12"/>
          </p:nvPr>
        </p:nvSpPr>
        <p:spPr/>
        <p:txBody>
          <a:bodyPr/>
          <a:lstStyle/>
          <a:p>
            <a:fld id="{294A09A9-5501-47C1-A89A-A340965A2BE2}" type="slidenum">
              <a:rPr lang="en-US" smtClean="0"/>
              <a:pPr/>
              <a:t>‹#›</a:t>
            </a:fld>
            <a:endParaRPr lang="en-US" dirty="0"/>
          </a:p>
        </p:txBody>
      </p:sp>
      <p:cxnSp>
        <p:nvCxnSpPr>
          <p:cNvPr id="10" name="Straight Connector 9">
            <a:extLst>
              <a:ext uri="{FF2B5EF4-FFF2-40B4-BE49-F238E27FC236}">
                <a16:creationId xmlns:a16="http://schemas.microsoft.com/office/drawing/2014/main" id="{DC89B2F1-1E32-44DB-B50E-BEA1896CAD81}"/>
              </a:ext>
              <a:ext uri="{C183D7F6-B498-43B3-948B-1728B52AA6E4}">
                <adec:decorative xmlns:adec="http://schemas.microsoft.com/office/drawing/2017/decorative" val="0"/>
              </a:ext>
            </a:extLst>
          </p:cNvPr>
          <p:cNvCxnSpPr>
            <a:cxnSpLocks/>
          </p:cNvCxnSpPr>
          <p:nvPr/>
        </p:nvCxnSpPr>
        <p:spPr>
          <a:xfrm>
            <a:off x="4979988" y="540000"/>
            <a:ext cx="0" cy="5778000"/>
          </a:xfrm>
          <a:prstGeom prst="line">
            <a:avLst/>
          </a:prstGeom>
          <a:ln w="12700">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640213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6B204-119E-45DB-A177-995FF5D9B4E5}"/>
              </a:ext>
            </a:extLst>
          </p:cNvPr>
          <p:cNvSpPr>
            <a:spLocks noGrp="1"/>
          </p:cNvSpPr>
          <p:nvPr>
            <p:ph type="title"/>
          </p:nvPr>
        </p:nvSpPr>
        <p:spPr>
          <a:xfrm>
            <a:off x="990000" y="955456"/>
            <a:ext cx="3531600" cy="1384995"/>
          </a:xfrm>
        </p:spPr>
        <p:txBody>
          <a:bodyPr anchor="b" anchorCtr="0">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CD3036-53A8-4361-AAAC-D8072EB470FE}"/>
              </a:ext>
            </a:extLst>
          </p:cNvPr>
          <p:cNvSpPr>
            <a:spLocks noGrp="1"/>
          </p:cNvSpPr>
          <p:nvPr>
            <p:ph type="pic" idx="1"/>
          </p:nvPr>
        </p:nvSpPr>
        <p:spPr>
          <a:xfrm>
            <a:off x="5537200" y="540001"/>
            <a:ext cx="6115050" cy="52385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D0FCFCD5-820E-47D9-9A60-57680C4C9405}"/>
              </a:ext>
            </a:extLst>
          </p:cNvPr>
          <p:cNvSpPr>
            <a:spLocks noGrp="1"/>
          </p:cNvSpPr>
          <p:nvPr>
            <p:ph type="body" sz="half" idx="2"/>
          </p:nvPr>
        </p:nvSpPr>
        <p:spPr>
          <a:xfrm>
            <a:off x="990000" y="2584758"/>
            <a:ext cx="3531600" cy="3284229"/>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2446C3-A62E-4690-9098-53D59C4C33E0}"/>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40A6C8B8-EA3D-45E5-950A-B6F1EA0B478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72ACAB7-ADBF-42E5-A214-232BA9EFB3B6}"/>
              </a:ext>
            </a:extLst>
          </p:cNvPr>
          <p:cNvSpPr>
            <a:spLocks noGrp="1"/>
          </p:cNvSpPr>
          <p:nvPr>
            <p:ph type="sldNum" sz="quarter" idx="12"/>
          </p:nvPr>
        </p:nvSpPr>
        <p:spPr/>
        <p:txBody>
          <a:bodyPr/>
          <a:lstStyle/>
          <a:p>
            <a:fld id="{294A09A9-5501-47C1-A89A-A340965A2BE2}" type="slidenum">
              <a:rPr lang="en-US" smtClean="0"/>
              <a:pPr/>
              <a:t>‹#›</a:t>
            </a:fld>
            <a:endParaRPr lang="en-US" dirty="0"/>
          </a:p>
        </p:txBody>
      </p:sp>
      <p:cxnSp>
        <p:nvCxnSpPr>
          <p:cNvPr id="9" name="Straight Connector 8">
            <a:extLst>
              <a:ext uri="{FF2B5EF4-FFF2-40B4-BE49-F238E27FC236}">
                <a16:creationId xmlns:a16="http://schemas.microsoft.com/office/drawing/2014/main" id="{D0E80DA6-B971-46B7-B0D3-8581AE0B6ACB}"/>
              </a:ext>
              <a:ext uri="{C183D7F6-B498-43B3-948B-1728B52AA6E4}">
                <adec:decorative xmlns:adec="http://schemas.microsoft.com/office/drawing/2017/decorative" val="0"/>
              </a:ext>
            </a:extLst>
          </p:cNvPr>
          <p:cNvCxnSpPr>
            <a:cxnSpLocks/>
          </p:cNvCxnSpPr>
          <p:nvPr/>
        </p:nvCxnSpPr>
        <p:spPr>
          <a:xfrm>
            <a:off x="4979988" y="540000"/>
            <a:ext cx="0" cy="5778000"/>
          </a:xfrm>
          <a:prstGeom prst="line">
            <a:avLst/>
          </a:prstGeom>
          <a:ln w="12700">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280890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FB6D0-92CA-4910-AE77-E238F4C89D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A913172-A138-4DD4-A5B1-58BA6250782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3897B9-E4AD-469B-A60D-9A1A4BD1980A}"/>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31C5E1B0-48D6-4F99-9955-39958BA969E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59F49DA-55D4-4E36-AEB9-A0E99E31A87E}"/>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12183816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FEBC7C-C5C1-4A79-A195-B35701C2897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8D34A74-3328-469B-ABCA-96F2FE3687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AE19AB-5637-455E-89C3-B41702C202D4}"/>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A364F2A3-EBEE-4F42-BAC2-A482F00E674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BFE1C27-1A43-4B0B-88D0-0C5FE1DBE161}"/>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90318446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ubtitle Pictur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F9E50B4-1616-9029-9FC0-901DDF9BF608}"/>
              </a:ext>
              <a:ext uri="{C183D7F6-B498-43B3-948B-1728B52AA6E4}">
                <adec:decorative xmlns:adec="http://schemas.microsoft.com/office/drawing/2017/decorative" val="1"/>
              </a:ext>
            </a:extLst>
          </p:cNvPr>
          <p:cNvSpPr/>
          <p:nvPr userDrawn="1"/>
        </p:nvSpPr>
        <p:spPr>
          <a:xfrm>
            <a:off x="4449680" y="0"/>
            <a:ext cx="774232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033B6B0-54DE-4F2D-84DD-D06CD3B117B4}"/>
              </a:ext>
            </a:extLst>
          </p:cNvPr>
          <p:cNvSpPr>
            <a:spLocks noGrp="1"/>
          </p:cNvSpPr>
          <p:nvPr>
            <p:ph type="title" hasCustomPrompt="1"/>
          </p:nvPr>
        </p:nvSpPr>
        <p:spPr>
          <a:xfrm>
            <a:off x="530307" y="430521"/>
            <a:ext cx="3389065" cy="1847528"/>
          </a:xfrm>
        </p:spPr>
        <p:txBody>
          <a:bodyPr>
            <a:noAutofit/>
          </a:bodyPr>
          <a:lstStyle>
            <a:lvl1pPr algn="ctr">
              <a:defRPr sz="3600"/>
            </a:lvl1pPr>
          </a:lstStyle>
          <a:p>
            <a:r>
              <a:rPr lang="en-US" dirty="0"/>
              <a:t>Click to add title</a:t>
            </a:r>
          </a:p>
        </p:txBody>
      </p:sp>
      <p:cxnSp>
        <p:nvCxnSpPr>
          <p:cNvPr id="91" name="Straight Connector 90">
            <a:extLst>
              <a:ext uri="{FF2B5EF4-FFF2-40B4-BE49-F238E27FC236}">
                <a16:creationId xmlns:a16="http://schemas.microsoft.com/office/drawing/2014/main" id="{A3805DED-0C97-4EF7-B1E1-0E016E053719}"/>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1954839" y="2511829"/>
            <a:ext cx="540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674FFBCF-911F-5818-60FE-B018CA677353}"/>
              </a:ext>
            </a:extLst>
          </p:cNvPr>
          <p:cNvSpPr>
            <a:spLocks noGrp="1"/>
          </p:cNvSpPr>
          <p:nvPr>
            <p:ph sz="quarter" idx="15" hasCustomPrompt="1"/>
          </p:nvPr>
        </p:nvSpPr>
        <p:spPr>
          <a:xfrm>
            <a:off x="530307" y="2745610"/>
            <a:ext cx="3389065" cy="3499611"/>
          </a:xfrm>
        </p:spPr>
        <p:txBody>
          <a:bodyPr>
            <a:normAutofit/>
          </a:bodyPr>
          <a:lstStyle>
            <a:lvl1pPr marL="0" indent="0" algn="ctr">
              <a:buNone/>
              <a:defRPr lang="en-US" sz="2000" kern="1200" spc="50" dirty="0">
                <a:solidFill>
                  <a:schemeClr val="tx1">
                    <a:alpha val="60000"/>
                  </a:schemeClr>
                </a:solidFill>
                <a:latin typeface="+mn-lt"/>
                <a:ea typeface="+mn-ea"/>
                <a:cs typeface="+mn-cs"/>
              </a:defRPr>
            </a:lvl1pPr>
            <a:lvl2pPr marL="360000" indent="0">
              <a:buNone/>
              <a:defRPr/>
            </a:lvl2pPr>
            <a:lvl3pPr marL="720000" indent="0">
              <a:buNone/>
              <a:defRPr/>
            </a:lvl3pPr>
            <a:lvl4pPr marL="1080000" indent="0">
              <a:buNone/>
              <a:defRPr/>
            </a:lvl4pPr>
            <a:lvl5pPr marL="1440000" indent="0">
              <a:buNone/>
              <a:defRPr/>
            </a:lvl5pPr>
          </a:lstStyle>
          <a:p>
            <a:pPr marL="0" indent="0" algn="ctr">
              <a:buNone/>
            </a:pPr>
            <a:r>
              <a:rPr lang="en-US" dirty="0"/>
              <a:t>Click to add text</a:t>
            </a:r>
          </a:p>
        </p:txBody>
      </p:sp>
      <p:sp>
        <p:nvSpPr>
          <p:cNvPr id="9" name="Picture Placeholder 8">
            <a:extLst>
              <a:ext uri="{FF2B5EF4-FFF2-40B4-BE49-F238E27FC236}">
                <a16:creationId xmlns:a16="http://schemas.microsoft.com/office/drawing/2014/main" id="{EF1A84F6-2D30-446A-9D91-44FBCB825679}"/>
              </a:ext>
            </a:extLst>
          </p:cNvPr>
          <p:cNvSpPr>
            <a:spLocks noGrp="1"/>
          </p:cNvSpPr>
          <p:nvPr>
            <p:ph type="pic" sz="quarter" idx="14" hasCustomPrompt="1"/>
          </p:nvPr>
        </p:nvSpPr>
        <p:spPr>
          <a:xfrm>
            <a:off x="4979988" y="430521"/>
            <a:ext cx="6681704" cy="6019264"/>
          </a:xfrm>
        </p:spPr>
        <p:txBody>
          <a:bodyPr/>
          <a:lstStyle>
            <a:lvl1pPr marL="0" indent="0" algn="ctr">
              <a:buNone/>
              <a:defRPr/>
            </a:lvl1pPr>
          </a:lstStyle>
          <a:p>
            <a:r>
              <a:rPr lang="en-US" dirty="0"/>
              <a:t>Click to add picture</a:t>
            </a:r>
          </a:p>
        </p:txBody>
      </p:sp>
    </p:spTree>
    <p:extLst>
      <p:ext uri="{BB962C8B-B14F-4D97-AF65-F5344CB8AC3E}">
        <p14:creationId xmlns:p14="http://schemas.microsoft.com/office/powerpoint/2010/main" val="10523768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1">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7D905AD-2C09-A80F-FBF0-4F45A7A148CC}"/>
              </a:ext>
            </a:extLst>
          </p:cNvPr>
          <p:cNvSpPr>
            <a:spLocks noGrp="1"/>
          </p:cNvSpPr>
          <p:nvPr>
            <p:ph type="title" hasCustomPrompt="1"/>
          </p:nvPr>
        </p:nvSpPr>
        <p:spPr>
          <a:xfrm>
            <a:off x="568163" y="400049"/>
            <a:ext cx="8647721" cy="1185045"/>
          </a:xfrm>
        </p:spPr>
        <p:txBody>
          <a:bodyPr lIns="0">
            <a:normAutofit/>
          </a:bodyPr>
          <a:lstStyle>
            <a:lvl1pPr>
              <a:defRPr sz="3600"/>
            </a:lvl1pPr>
          </a:lstStyle>
          <a:p>
            <a:r>
              <a:rPr lang="en-US" dirty="0"/>
              <a:t>Click to add title</a:t>
            </a:r>
          </a:p>
        </p:txBody>
      </p:sp>
      <p:sp>
        <p:nvSpPr>
          <p:cNvPr id="10" name="Content Placeholder 2">
            <a:extLst>
              <a:ext uri="{FF2B5EF4-FFF2-40B4-BE49-F238E27FC236}">
                <a16:creationId xmlns:a16="http://schemas.microsoft.com/office/drawing/2014/main" id="{76F87AC4-493F-1EB8-D127-C21530FA824E}"/>
              </a:ext>
            </a:extLst>
          </p:cNvPr>
          <p:cNvSpPr>
            <a:spLocks noGrp="1"/>
          </p:cNvSpPr>
          <p:nvPr>
            <p:ph idx="10" hasCustomPrompt="1"/>
          </p:nvPr>
        </p:nvSpPr>
        <p:spPr>
          <a:xfrm>
            <a:off x="568163" y="1997132"/>
            <a:ext cx="8652793" cy="4232218"/>
          </a:xfrm>
        </p:spPr>
        <p:txBody>
          <a:bodyPr lIns="0">
            <a:normAutofit/>
          </a:bodyPr>
          <a:lstStyle>
            <a:lvl1pPr marL="285750" indent="-285750">
              <a:lnSpc>
                <a:spcPct val="130000"/>
              </a:lnSpc>
              <a:buFont typeface="Arial" panose="020B0604020202020204" pitchFamily="34" charset="0"/>
              <a:buChar char="•"/>
              <a:defRPr sz="1800"/>
            </a:lvl1pPr>
            <a:lvl2pPr marL="645750" indent="-285750">
              <a:lnSpc>
                <a:spcPct val="130000"/>
              </a:lnSpc>
              <a:buFont typeface="Arial" panose="020B0604020202020204" pitchFamily="34" charset="0"/>
              <a:buChar char="•"/>
              <a:defRPr sz="1800"/>
            </a:lvl2pPr>
            <a:lvl3pPr marL="1005750" indent="-285750">
              <a:lnSpc>
                <a:spcPct val="130000"/>
              </a:lnSpc>
              <a:buFont typeface="Arial" panose="020B0604020202020204" pitchFamily="34" charset="0"/>
              <a:buChar char="•"/>
              <a:defRPr sz="1800"/>
            </a:lvl3pPr>
            <a:lvl4pPr marL="1365750" indent="-285750">
              <a:lnSpc>
                <a:spcPct val="130000"/>
              </a:lnSpc>
              <a:buFont typeface="Arial" panose="020B0604020202020204" pitchFamily="34" charset="0"/>
              <a:buChar char="•"/>
              <a:defRPr sz="1800"/>
            </a:lvl4pPr>
            <a:lvl5pPr marL="1725750" indent="-285750">
              <a:lnSpc>
                <a:spcPct val="130000"/>
              </a:lnSpc>
              <a:buFont typeface="Arial" panose="020B0604020202020204" pitchFamily="34" charset="0"/>
              <a:buChar char="•"/>
              <a:defRPr sz="1800"/>
            </a:lvl5pPr>
          </a:lstStyle>
          <a:p>
            <a:r>
              <a:rPr lang="en-US" dirty="0">
                <a:cs typeface="Calibri"/>
              </a:rPr>
              <a:t>Click to add text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5" name="Group 4">
            <a:extLst>
              <a:ext uri="{FF2B5EF4-FFF2-40B4-BE49-F238E27FC236}">
                <a16:creationId xmlns:a16="http://schemas.microsoft.com/office/drawing/2014/main" id="{CBBE6897-C551-2BCB-F552-C4B761D2C77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50" name="Group 49">
              <a:extLst>
                <a:ext uri="{FF2B5EF4-FFF2-40B4-BE49-F238E27FC236}">
                  <a16:creationId xmlns:a16="http://schemas.microsoft.com/office/drawing/2014/main" id="{C8215B7C-A98D-6F6C-9039-6F2AAEEFDDD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56" name="Group 55">
                <a:extLst>
                  <a:ext uri="{FF2B5EF4-FFF2-40B4-BE49-F238E27FC236}">
                    <a16:creationId xmlns:a16="http://schemas.microsoft.com/office/drawing/2014/main" id="{184D4E7B-7775-1603-2C3F-5C265357728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0" name="Straight Connector 59">
                  <a:extLst>
                    <a:ext uri="{FF2B5EF4-FFF2-40B4-BE49-F238E27FC236}">
                      <a16:creationId xmlns:a16="http://schemas.microsoft.com/office/drawing/2014/main" id="{6F97B093-B348-8A25-789A-743A43E90385}"/>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0732DEA9-6233-9CDE-64C6-744FC6CD6E48}"/>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2" name="Rectangle 30">
                  <a:extLst>
                    <a:ext uri="{FF2B5EF4-FFF2-40B4-BE49-F238E27FC236}">
                      <a16:creationId xmlns:a16="http://schemas.microsoft.com/office/drawing/2014/main" id="{9274C521-E533-D3E5-CE64-E3A3AEC0FE7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30">
                  <a:extLst>
                    <a:ext uri="{FF2B5EF4-FFF2-40B4-BE49-F238E27FC236}">
                      <a16:creationId xmlns:a16="http://schemas.microsoft.com/office/drawing/2014/main" id="{2C69CF99-91AA-9E24-24AE-5A89748B46E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7" name="Group 56">
                <a:extLst>
                  <a:ext uri="{FF2B5EF4-FFF2-40B4-BE49-F238E27FC236}">
                    <a16:creationId xmlns:a16="http://schemas.microsoft.com/office/drawing/2014/main" id="{A35D6C12-B227-D277-0499-FA2765DB20A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58" name="Freeform: Shape 57">
                  <a:extLst>
                    <a:ext uri="{FF2B5EF4-FFF2-40B4-BE49-F238E27FC236}">
                      <a16:creationId xmlns:a16="http://schemas.microsoft.com/office/drawing/2014/main" id="{01FCD87F-4621-47F3-CC5C-A1A8F673324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59" name="Freeform: Shape 58">
                  <a:extLst>
                    <a:ext uri="{FF2B5EF4-FFF2-40B4-BE49-F238E27FC236}">
                      <a16:creationId xmlns:a16="http://schemas.microsoft.com/office/drawing/2014/main" id="{CA7C3364-8305-C08F-4132-18DA2D39BFA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51" name="Group 50">
              <a:extLst>
                <a:ext uri="{FF2B5EF4-FFF2-40B4-BE49-F238E27FC236}">
                  <a16:creationId xmlns:a16="http://schemas.microsoft.com/office/drawing/2014/main" id="{18093390-6F0E-5ED5-5DAF-40FF11548946}"/>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52" name="Group 51">
                <a:extLst>
                  <a:ext uri="{FF2B5EF4-FFF2-40B4-BE49-F238E27FC236}">
                    <a16:creationId xmlns:a16="http://schemas.microsoft.com/office/drawing/2014/main" id="{CEAA9FA7-0165-F161-72DC-F2E001FCF3A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4" name="Freeform 68">
                  <a:extLst>
                    <a:ext uri="{FF2B5EF4-FFF2-40B4-BE49-F238E27FC236}">
                      <a16:creationId xmlns:a16="http://schemas.microsoft.com/office/drawing/2014/main" id="{9F185D91-004D-5474-3DD0-9153A2AEA29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5" name="Freeform 69">
                  <a:extLst>
                    <a:ext uri="{FF2B5EF4-FFF2-40B4-BE49-F238E27FC236}">
                      <a16:creationId xmlns:a16="http://schemas.microsoft.com/office/drawing/2014/main" id="{D995CD54-9374-D2B3-957D-6925B750A69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53" name="Line 70">
                <a:extLst>
                  <a:ext uri="{FF2B5EF4-FFF2-40B4-BE49-F238E27FC236}">
                    <a16:creationId xmlns:a16="http://schemas.microsoft.com/office/drawing/2014/main" id="{EDCD4830-6A47-A59E-6569-B352E6D6617F}"/>
                  </a:ext>
                  <a:ext uri="{C183D7F6-B498-43B3-948B-1728B52AA6E4}">
                    <adec:decorative xmlns:adec="http://schemas.microsoft.com/office/drawing/2017/decorative" val="1"/>
                  </a:ext>
                </a:extLst>
              </p:cNvPr>
              <p:cNvSpPr>
                <a:spLocks noChangeAspect="1"/>
              </p:cNvSpPr>
              <p:nvPr userDrawn="1">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cxnSp>
        <p:nvCxnSpPr>
          <p:cNvPr id="89" name="Straight Connector 88">
            <a:extLst>
              <a:ext uri="{FF2B5EF4-FFF2-40B4-BE49-F238E27FC236}">
                <a16:creationId xmlns:a16="http://schemas.microsoft.com/office/drawing/2014/main" id="{000E8D63-E827-790A-519A-B36BFBDEB4B5}"/>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568163" y="179949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133" name="Group 132">
            <a:extLst>
              <a:ext uri="{FF2B5EF4-FFF2-40B4-BE49-F238E27FC236}">
                <a16:creationId xmlns:a16="http://schemas.microsoft.com/office/drawing/2014/main" id="{A908D1ED-4589-9577-8D42-858F2E0054C9}"/>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34" name="Group 133">
              <a:extLst>
                <a:ext uri="{FF2B5EF4-FFF2-40B4-BE49-F238E27FC236}">
                  <a16:creationId xmlns:a16="http://schemas.microsoft.com/office/drawing/2014/main" id="{2657C24A-988F-290D-0D82-858C3E574A3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40" name="Group 139">
                <a:extLst>
                  <a:ext uri="{FF2B5EF4-FFF2-40B4-BE49-F238E27FC236}">
                    <a16:creationId xmlns:a16="http://schemas.microsoft.com/office/drawing/2014/main" id="{3AB3F4C6-5635-3075-CCEA-4675932DD47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44" name="Straight Connector 143">
                  <a:extLst>
                    <a:ext uri="{FF2B5EF4-FFF2-40B4-BE49-F238E27FC236}">
                      <a16:creationId xmlns:a16="http://schemas.microsoft.com/office/drawing/2014/main" id="{02F5D12D-62A1-0F12-12B0-572BA5657EFA}"/>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E47EADA3-585F-FC49-7481-AF5B4DA0939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46" name="Rectangle 30">
                  <a:extLst>
                    <a:ext uri="{FF2B5EF4-FFF2-40B4-BE49-F238E27FC236}">
                      <a16:creationId xmlns:a16="http://schemas.microsoft.com/office/drawing/2014/main" id="{DFB52899-BBD4-527C-5990-88BF84565D5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7" name="Rectangle 30">
                  <a:extLst>
                    <a:ext uri="{FF2B5EF4-FFF2-40B4-BE49-F238E27FC236}">
                      <a16:creationId xmlns:a16="http://schemas.microsoft.com/office/drawing/2014/main" id="{653A3527-A6E3-89A6-71ED-9A7D8EBA4C3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41" name="Group 140">
                <a:extLst>
                  <a:ext uri="{FF2B5EF4-FFF2-40B4-BE49-F238E27FC236}">
                    <a16:creationId xmlns:a16="http://schemas.microsoft.com/office/drawing/2014/main" id="{CD03B7A9-CD70-40B9-650E-43C78D4F16F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42" name="Freeform: Shape 141">
                  <a:extLst>
                    <a:ext uri="{FF2B5EF4-FFF2-40B4-BE49-F238E27FC236}">
                      <a16:creationId xmlns:a16="http://schemas.microsoft.com/office/drawing/2014/main" id="{451CBB11-40F3-F130-BA91-6311C58CB1B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143" name="Freeform: Shape 142">
                  <a:extLst>
                    <a:ext uri="{FF2B5EF4-FFF2-40B4-BE49-F238E27FC236}">
                      <a16:creationId xmlns:a16="http://schemas.microsoft.com/office/drawing/2014/main" id="{2CCB9535-280C-59F1-2408-AFAD8D1BE2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135" name="Group 134">
              <a:extLst>
                <a:ext uri="{FF2B5EF4-FFF2-40B4-BE49-F238E27FC236}">
                  <a16:creationId xmlns:a16="http://schemas.microsoft.com/office/drawing/2014/main" id="{44493786-0B0A-24D5-26A9-8E820E6AB8F3}"/>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36" name="Group 135">
                <a:extLst>
                  <a:ext uri="{FF2B5EF4-FFF2-40B4-BE49-F238E27FC236}">
                    <a16:creationId xmlns:a16="http://schemas.microsoft.com/office/drawing/2014/main" id="{F66FA07F-4726-2875-B812-6BCC5ABCC25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38" name="Freeform 68">
                  <a:extLst>
                    <a:ext uri="{FF2B5EF4-FFF2-40B4-BE49-F238E27FC236}">
                      <a16:creationId xmlns:a16="http://schemas.microsoft.com/office/drawing/2014/main" id="{A3457F2F-D92C-2F19-7ECB-5110F6A2BB3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9" name="Freeform 69">
                  <a:extLst>
                    <a:ext uri="{FF2B5EF4-FFF2-40B4-BE49-F238E27FC236}">
                      <a16:creationId xmlns:a16="http://schemas.microsoft.com/office/drawing/2014/main" id="{6ABA0333-6EC3-6BEF-E476-C0072364AA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37" name="Line 70">
                <a:extLst>
                  <a:ext uri="{FF2B5EF4-FFF2-40B4-BE49-F238E27FC236}">
                    <a16:creationId xmlns:a16="http://schemas.microsoft.com/office/drawing/2014/main" id="{D9E689F1-3CC0-2CE6-27B1-34AA1949B9CB}"/>
                  </a:ext>
                  <a:ext uri="{C183D7F6-B498-43B3-948B-1728B52AA6E4}">
                    <adec:decorative xmlns:adec="http://schemas.microsoft.com/office/drawing/2017/decorative" val="1"/>
                  </a:ext>
                </a:extLst>
              </p:cNvPr>
              <p:cNvSpPr>
                <a:spLocks noChangeAspect="1"/>
              </p:cNvSpPr>
              <p:nvPr userDrawn="1">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sp>
        <p:nvSpPr>
          <p:cNvPr id="6" name="Date Placeholder 3">
            <a:extLst>
              <a:ext uri="{FF2B5EF4-FFF2-40B4-BE49-F238E27FC236}">
                <a16:creationId xmlns:a16="http://schemas.microsoft.com/office/drawing/2014/main" id="{6811096D-7051-CD8E-3C9B-63077216B6FE}"/>
              </a:ext>
            </a:extLst>
          </p:cNvPr>
          <p:cNvSpPr>
            <a:spLocks noGrp="1"/>
          </p:cNvSpPr>
          <p:nvPr>
            <p:ph type="dt" sz="half" idx="2"/>
          </p:nvPr>
        </p:nvSpPr>
        <p:spPr>
          <a:xfrm>
            <a:off x="568164" y="6357168"/>
            <a:ext cx="1641986"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mn-lt"/>
              </a:defRPr>
            </a:lvl1pPr>
          </a:lstStyle>
          <a:p>
            <a:r>
              <a:rPr lang="en-US"/>
              <a:t>20XX</a:t>
            </a:r>
            <a:endParaRPr lang="en-US" dirty="0"/>
          </a:p>
        </p:txBody>
      </p:sp>
      <p:sp>
        <p:nvSpPr>
          <p:cNvPr id="7" name="Footer Placeholder 6">
            <a:extLst>
              <a:ext uri="{FF2B5EF4-FFF2-40B4-BE49-F238E27FC236}">
                <a16:creationId xmlns:a16="http://schemas.microsoft.com/office/drawing/2014/main" id="{83375748-D6D7-A497-C19F-581BC09345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8" name="Slide Number Placeholder 5">
            <a:extLst>
              <a:ext uri="{FF2B5EF4-FFF2-40B4-BE49-F238E27FC236}">
                <a16:creationId xmlns:a16="http://schemas.microsoft.com/office/drawing/2014/main" id="{31AC1AD6-D101-6CA6-45FC-DC48C0F32DC9}"/>
              </a:ext>
            </a:extLst>
          </p:cNvPr>
          <p:cNvSpPr>
            <a:spLocks noGrp="1"/>
          </p:cNvSpPr>
          <p:nvPr>
            <p:ph type="sldNum" sz="quarter" idx="4"/>
          </p:nvPr>
        </p:nvSpPr>
        <p:spPr>
          <a:xfrm>
            <a:off x="9982800" y="6357600"/>
            <a:ext cx="1641036"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0784456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wo Content 1">
    <p:spTree>
      <p:nvGrpSpPr>
        <p:cNvPr id="1" name=""/>
        <p:cNvGrpSpPr/>
        <p:nvPr/>
      </p:nvGrpSpPr>
      <p:grpSpPr>
        <a:xfrm>
          <a:off x="0" y="0"/>
          <a:ext cx="0" cy="0"/>
          <a:chOff x="0" y="0"/>
          <a:chExt cx="0" cy="0"/>
        </a:xfrm>
      </p:grpSpPr>
      <p:sp>
        <p:nvSpPr>
          <p:cNvPr id="6" name="Title 10">
            <a:extLst>
              <a:ext uri="{FF2B5EF4-FFF2-40B4-BE49-F238E27FC236}">
                <a16:creationId xmlns:a16="http://schemas.microsoft.com/office/drawing/2014/main" id="{6F8AB8B9-9DB5-3592-13B2-C6EAC9964CDC}"/>
              </a:ext>
            </a:extLst>
          </p:cNvPr>
          <p:cNvSpPr>
            <a:spLocks noGrp="1"/>
          </p:cNvSpPr>
          <p:nvPr>
            <p:ph type="title" hasCustomPrompt="1"/>
          </p:nvPr>
        </p:nvSpPr>
        <p:spPr>
          <a:xfrm>
            <a:off x="568164" y="400049"/>
            <a:ext cx="11104724" cy="1185045"/>
          </a:xfrm>
        </p:spPr>
        <p:txBody>
          <a:bodyPr lIns="0">
            <a:normAutofit/>
          </a:bodyPr>
          <a:lstStyle>
            <a:lvl1pPr>
              <a:defRPr sz="3600"/>
            </a:lvl1pPr>
          </a:lstStyle>
          <a:p>
            <a:r>
              <a:rPr lang="en-US" dirty="0"/>
              <a:t>Click to add title</a:t>
            </a:r>
          </a:p>
        </p:txBody>
      </p:sp>
      <p:sp>
        <p:nvSpPr>
          <p:cNvPr id="10" name="Content Placeholder 3">
            <a:extLst>
              <a:ext uri="{FF2B5EF4-FFF2-40B4-BE49-F238E27FC236}">
                <a16:creationId xmlns:a16="http://schemas.microsoft.com/office/drawing/2014/main" id="{96B6B9D5-CD1B-A940-279D-F71F01ADB003}"/>
              </a:ext>
            </a:extLst>
          </p:cNvPr>
          <p:cNvSpPr>
            <a:spLocks noGrp="1"/>
          </p:cNvSpPr>
          <p:nvPr>
            <p:ph sz="half" idx="12" hasCustomPrompt="1"/>
          </p:nvPr>
        </p:nvSpPr>
        <p:spPr>
          <a:xfrm>
            <a:off x="568164" y="1997132"/>
            <a:ext cx="5398686" cy="4232218"/>
          </a:xfrm>
        </p:spPr>
        <p:txBody>
          <a:bodyPr lIns="0">
            <a:normAutofit/>
          </a:bodyPr>
          <a:lstStyle>
            <a:lvl1pPr marL="0" indent="0">
              <a:lnSpc>
                <a:spcPct val="130000"/>
              </a:lnSpc>
              <a:spcBef>
                <a:spcPts val="1000"/>
              </a:spcBef>
              <a:buNone/>
              <a:defRPr sz="1800"/>
            </a:lvl1pPr>
            <a:lvl2pPr marL="283464" indent="-283464">
              <a:lnSpc>
                <a:spcPct val="130000"/>
              </a:lnSpc>
              <a:spcBef>
                <a:spcPts val="1000"/>
              </a:spcBef>
              <a:defRPr sz="1800"/>
            </a:lvl2pPr>
            <a:lvl3pPr marL="566928" indent="-283464">
              <a:lnSpc>
                <a:spcPct val="130000"/>
              </a:lnSpc>
              <a:spcBef>
                <a:spcPts val="1000"/>
              </a:spcBef>
              <a:defRPr sz="1800"/>
            </a:lvl3pPr>
            <a:lvl4pPr marL="850392" indent="-283464">
              <a:lnSpc>
                <a:spcPct val="130000"/>
              </a:lnSpc>
              <a:spcBef>
                <a:spcPts val="1000"/>
              </a:spcBef>
              <a:defRPr sz="1800"/>
            </a:lvl4pPr>
            <a:lvl5pPr marL="1371600" indent="-283464">
              <a:lnSpc>
                <a:spcPct val="130000"/>
              </a:lnSpc>
              <a:spcBef>
                <a:spcPts val="1000"/>
              </a:spcBef>
              <a:defRPr sz="1800"/>
            </a:lvl5pPr>
          </a:lstStyle>
          <a:p>
            <a:r>
              <a:rPr lang="en-US" dirty="0">
                <a:cs typeface="Calibri"/>
              </a:rPr>
              <a:t>Click to add text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3">
            <a:extLst>
              <a:ext uri="{FF2B5EF4-FFF2-40B4-BE49-F238E27FC236}">
                <a16:creationId xmlns:a16="http://schemas.microsoft.com/office/drawing/2014/main" id="{3269BDF9-7C8E-6E41-2B0A-E6156A56F0EF}"/>
              </a:ext>
            </a:extLst>
          </p:cNvPr>
          <p:cNvSpPr>
            <a:spLocks noGrp="1"/>
          </p:cNvSpPr>
          <p:nvPr>
            <p:ph sz="half" idx="13" hasCustomPrompt="1"/>
          </p:nvPr>
        </p:nvSpPr>
        <p:spPr>
          <a:xfrm>
            <a:off x="6274202" y="1997132"/>
            <a:ext cx="5398686" cy="4232218"/>
          </a:xfrm>
        </p:spPr>
        <p:txBody>
          <a:bodyPr lIns="0">
            <a:normAutofit/>
          </a:bodyPr>
          <a:lstStyle>
            <a:lvl1pPr marL="0" indent="0">
              <a:lnSpc>
                <a:spcPct val="130000"/>
              </a:lnSpc>
              <a:spcBef>
                <a:spcPts val="1000"/>
              </a:spcBef>
              <a:buNone/>
              <a:defRPr sz="1800"/>
            </a:lvl1pPr>
            <a:lvl2pPr marL="283464" indent="-283464">
              <a:lnSpc>
                <a:spcPct val="130000"/>
              </a:lnSpc>
              <a:spcBef>
                <a:spcPts val="1000"/>
              </a:spcBef>
              <a:defRPr sz="1800"/>
            </a:lvl2pPr>
            <a:lvl3pPr marL="566928" indent="-283464">
              <a:lnSpc>
                <a:spcPct val="130000"/>
              </a:lnSpc>
              <a:spcBef>
                <a:spcPts val="1000"/>
              </a:spcBef>
              <a:defRPr sz="1800"/>
            </a:lvl3pPr>
            <a:lvl4pPr marL="850392" indent="-283464">
              <a:lnSpc>
                <a:spcPct val="130000"/>
              </a:lnSpc>
              <a:spcBef>
                <a:spcPts val="1000"/>
              </a:spcBef>
              <a:defRPr sz="1800"/>
            </a:lvl4pPr>
            <a:lvl5pPr marL="1371600" indent="-283464">
              <a:lnSpc>
                <a:spcPct val="130000"/>
              </a:lnSpc>
              <a:spcBef>
                <a:spcPts val="1000"/>
              </a:spcBef>
              <a:defRPr sz="1800"/>
            </a:lvl5pPr>
          </a:lstStyle>
          <a:p>
            <a:r>
              <a:rPr lang="en-US" dirty="0">
                <a:cs typeface="Calibri"/>
              </a:rPr>
              <a:t>Click to add text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a:extLst>
              <a:ext uri="{FF2B5EF4-FFF2-40B4-BE49-F238E27FC236}">
                <a16:creationId xmlns:a16="http://schemas.microsoft.com/office/drawing/2014/main" id="{51B8ED33-4EE7-7B50-3C8D-2D43FCEE2B34}"/>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568164" y="179949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Date Placeholder 3">
            <a:extLst>
              <a:ext uri="{FF2B5EF4-FFF2-40B4-BE49-F238E27FC236}">
                <a16:creationId xmlns:a16="http://schemas.microsoft.com/office/drawing/2014/main" id="{9C8F833A-02FB-E36B-45C9-0645070F68FD}"/>
              </a:ext>
            </a:extLst>
          </p:cNvPr>
          <p:cNvSpPr>
            <a:spLocks noGrp="1"/>
          </p:cNvSpPr>
          <p:nvPr>
            <p:ph type="dt" sz="half" idx="11"/>
          </p:nvPr>
        </p:nvSpPr>
        <p:spPr>
          <a:xfrm>
            <a:off x="568164" y="6357168"/>
            <a:ext cx="1641986"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mn-lt"/>
              </a:defRPr>
            </a:lvl1pPr>
          </a:lstStyle>
          <a:p>
            <a:r>
              <a:rPr lang="en-US"/>
              <a:t>20XX</a:t>
            </a:r>
            <a:endParaRPr lang="en-US" dirty="0"/>
          </a:p>
        </p:txBody>
      </p:sp>
      <p:sp>
        <p:nvSpPr>
          <p:cNvPr id="3" name="Footer Placeholder 6">
            <a:extLst>
              <a:ext uri="{FF2B5EF4-FFF2-40B4-BE49-F238E27FC236}">
                <a16:creationId xmlns:a16="http://schemas.microsoft.com/office/drawing/2014/main" id="{7BDAEEC9-E6ED-C61A-85C7-C1E0B67B16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5" name="Slide Number Placeholder 5">
            <a:extLst>
              <a:ext uri="{FF2B5EF4-FFF2-40B4-BE49-F238E27FC236}">
                <a16:creationId xmlns:a16="http://schemas.microsoft.com/office/drawing/2014/main" id="{E71492A7-053E-DE52-D433-9715A1632BE3}"/>
              </a:ext>
            </a:extLst>
          </p:cNvPr>
          <p:cNvSpPr>
            <a:spLocks noGrp="1"/>
          </p:cNvSpPr>
          <p:nvPr>
            <p:ph type="sldNum" sz="quarter" idx="4"/>
          </p:nvPr>
        </p:nvSpPr>
        <p:spPr>
          <a:xfrm>
            <a:off x="9982800" y="6357600"/>
            <a:ext cx="1641036"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6393267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ntent Table">
    <p:spTree>
      <p:nvGrpSpPr>
        <p:cNvPr id="1" name=""/>
        <p:cNvGrpSpPr/>
        <p:nvPr/>
      </p:nvGrpSpPr>
      <p:grpSpPr>
        <a:xfrm>
          <a:off x="0" y="0"/>
          <a:ext cx="0" cy="0"/>
          <a:chOff x="0" y="0"/>
          <a:chExt cx="0" cy="0"/>
        </a:xfrm>
      </p:grpSpPr>
      <p:sp>
        <p:nvSpPr>
          <p:cNvPr id="4" name="Title 10">
            <a:extLst>
              <a:ext uri="{FF2B5EF4-FFF2-40B4-BE49-F238E27FC236}">
                <a16:creationId xmlns:a16="http://schemas.microsoft.com/office/drawing/2014/main" id="{08188DE9-5A5D-940E-A9B9-5CFB3A7C1A19}"/>
              </a:ext>
            </a:extLst>
          </p:cNvPr>
          <p:cNvSpPr>
            <a:spLocks noGrp="1"/>
          </p:cNvSpPr>
          <p:nvPr>
            <p:ph type="title" hasCustomPrompt="1"/>
          </p:nvPr>
        </p:nvSpPr>
        <p:spPr>
          <a:xfrm>
            <a:off x="568164" y="400049"/>
            <a:ext cx="11047042" cy="1185045"/>
          </a:xfrm>
        </p:spPr>
        <p:txBody>
          <a:bodyPr lIns="0">
            <a:normAutofit/>
          </a:bodyPr>
          <a:lstStyle>
            <a:lvl1pPr>
              <a:defRPr sz="3600"/>
            </a:lvl1pPr>
          </a:lstStyle>
          <a:p>
            <a:r>
              <a:rPr lang="en-US" dirty="0"/>
              <a:t>Click to add title</a:t>
            </a:r>
          </a:p>
        </p:txBody>
      </p:sp>
      <p:sp>
        <p:nvSpPr>
          <p:cNvPr id="5" name="Content Placeholder 2">
            <a:extLst>
              <a:ext uri="{FF2B5EF4-FFF2-40B4-BE49-F238E27FC236}">
                <a16:creationId xmlns:a16="http://schemas.microsoft.com/office/drawing/2014/main" id="{A134A48A-4B33-4D5B-B419-07841EB58903}"/>
              </a:ext>
            </a:extLst>
          </p:cNvPr>
          <p:cNvSpPr>
            <a:spLocks noGrp="1"/>
          </p:cNvSpPr>
          <p:nvPr>
            <p:ph idx="10" hasCustomPrompt="1"/>
          </p:nvPr>
        </p:nvSpPr>
        <p:spPr>
          <a:xfrm>
            <a:off x="568164" y="1997132"/>
            <a:ext cx="4105436" cy="4232218"/>
          </a:xfrm>
        </p:spPr>
        <p:txBody>
          <a:bodyPr lIns="0">
            <a:normAutofit/>
          </a:bodyPr>
          <a:lstStyle>
            <a:lvl1pPr marL="0" indent="0">
              <a:lnSpc>
                <a:spcPct val="130000"/>
              </a:lnSpc>
              <a:buNone/>
              <a:defRPr sz="1800"/>
            </a:lvl1pPr>
            <a:lvl2pPr marL="360000" indent="0">
              <a:lnSpc>
                <a:spcPct val="130000"/>
              </a:lnSpc>
              <a:buNone/>
              <a:defRPr sz="1800"/>
            </a:lvl2pPr>
            <a:lvl3pPr marL="720000" indent="0">
              <a:lnSpc>
                <a:spcPct val="130000"/>
              </a:lnSpc>
              <a:buNone/>
              <a:defRPr sz="1800"/>
            </a:lvl3pPr>
            <a:lvl4pPr marL="1080000" indent="0">
              <a:lnSpc>
                <a:spcPct val="130000"/>
              </a:lnSpc>
              <a:buNone/>
              <a:defRPr sz="1800"/>
            </a:lvl4pPr>
            <a:lvl5pPr marL="1440000" indent="0">
              <a:lnSpc>
                <a:spcPct val="130000"/>
              </a:lnSpc>
              <a:buNone/>
              <a:defRPr sz="1800"/>
            </a:lvl5pPr>
          </a:lstStyle>
          <a:p>
            <a:r>
              <a:rPr lang="en-US" dirty="0">
                <a:cs typeface="Calibri"/>
              </a:rPr>
              <a:t>Click to add text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D84167E6-4D04-7A2D-23CD-96BBAF8BB091}"/>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568164" y="179949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Date Placeholder 3">
            <a:extLst>
              <a:ext uri="{FF2B5EF4-FFF2-40B4-BE49-F238E27FC236}">
                <a16:creationId xmlns:a16="http://schemas.microsoft.com/office/drawing/2014/main" id="{BC648438-1E2A-193E-BB18-7CBA2B4929F7}"/>
              </a:ext>
            </a:extLst>
          </p:cNvPr>
          <p:cNvSpPr>
            <a:spLocks noGrp="1"/>
          </p:cNvSpPr>
          <p:nvPr>
            <p:ph type="dt" sz="half" idx="2"/>
          </p:nvPr>
        </p:nvSpPr>
        <p:spPr>
          <a:xfrm>
            <a:off x="568164" y="6357168"/>
            <a:ext cx="1641986"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mn-lt"/>
              </a:defRPr>
            </a:lvl1pPr>
          </a:lstStyle>
          <a:p>
            <a:r>
              <a:rPr lang="en-US"/>
              <a:t>20XX</a:t>
            </a:r>
            <a:endParaRPr lang="en-US" dirty="0"/>
          </a:p>
        </p:txBody>
      </p:sp>
      <p:sp>
        <p:nvSpPr>
          <p:cNvPr id="7" name="Footer Placeholder 6">
            <a:extLst>
              <a:ext uri="{FF2B5EF4-FFF2-40B4-BE49-F238E27FC236}">
                <a16:creationId xmlns:a16="http://schemas.microsoft.com/office/drawing/2014/main" id="{704BF0ED-9E99-363F-C319-90444F339F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8" name="Slide Number Placeholder 5">
            <a:extLst>
              <a:ext uri="{FF2B5EF4-FFF2-40B4-BE49-F238E27FC236}">
                <a16:creationId xmlns:a16="http://schemas.microsoft.com/office/drawing/2014/main" id="{A5F4DA9D-3116-000E-0A7B-D7B93F32481B}"/>
              </a:ext>
            </a:extLst>
          </p:cNvPr>
          <p:cNvSpPr>
            <a:spLocks noGrp="1"/>
          </p:cNvSpPr>
          <p:nvPr>
            <p:ph type="sldNum" sz="quarter" idx="4"/>
          </p:nvPr>
        </p:nvSpPr>
        <p:spPr>
          <a:xfrm>
            <a:off x="9982800" y="6357600"/>
            <a:ext cx="1641036"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mn-lt"/>
              </a:defRPr>
            </a:lvl1pPr>
          </a:lstStyle>
          <a:p>
            <a:fld id="{294A09A9-5501-47C1-A89A-A340965A2BE2}" type="slidenum">
              <a:rPr lang="en-US" smtClean="0"/>
              <a:pPr/>
              <a:t>‹#›</a:t>
            </a:fld>
            <a:endParaRPr lang="en-US" dirty="0"/>
          </a:p>
        </p:txBody>
      </p:sp>
      <p:sp>
        <p:nvSpPr>
          <p:cNvPr id="10" name="Table Placeholder 9">
            <a:extLst>
              <a:ext uri="{FF2B5EF4-FFF2-40B4-BE49-F238E27FC236}">
                <a16:creationId xmlns:a16="http://schemas.microsoft.com/office/drawing/2014/main" id="{98CFB27C-609E-49B0-CA37-A6CCB5E9DC5C}"/>
              </a:ext>
            </a:extLst>
          </p:cNvPr>
          <p:cNvSpPr>
            <a:spLocks noGrp="1"/>
          </p:cNvSpPr>
          <p:nvPr>
            <p:ph type="tbl" sz="quarter" idx="11" hasCustomPrompt="1"/>
          </p:nvPr>
        </p:nvSpPr>
        <p:spPr>
          <a:xfrm>
            <a:off x="4833938" y="1997075"/>
            <a:ext cx="6781268" cy="4232218"/>
          </a:xfrm>
        </p:spPr>
        <p:txBody>
          <a:bodyPr/>
          <a:lstStyle>
            <a:lvl1pPr>
              <a:defRPr/>
            </a:lvl1pPr>
          </a:lstStyle>
          <a:p>
            <a:r>
              <a:rPr lang="en-US" dirty="0"/>
              <a:t>Click to add table</a:t>
            </a:r>
          </a:p>
        </p:txBody>
      </p:sp>
    </p:spTree>
    <p:extLst>
      <p:ext uri="{BB962C8B-B14F-4D97-AF65-F5344CB8AC3E}">
        <p14:creationId xmlns:p14="http://schemas.microsoft.com/office/powerpoint/2010/main" val="38267402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and Content 1">
    <p:spTree>
      <p:nvGrpSpPr>
        <p:cNvPr id="1" name=""/>
        <p:cNvGrpSpPr/>
        <p:nvPr/>
      </p:nvGrpSpPr>
      <p:grpSpPr>
        <a:xfrm>
          <a:off x="0" y="0"/>
          <a:ext cx="0" cy="0"/>
          <a:chOff x="0" y="0"/>
          <a:chExt cx="0" cy="0"/>
        </a:xfrm>
      </p:grpSpPr>
      <p:sp>
        <p:nvSpPr>
          <p:cNvPr id="10" name="Title 10">
            <a:extLst>
              <a:ext uri="{FF2B5EF4-FFF2-40B4-BE49-F238E27FC236}">
                <a16:creationId xmlns:a16="http://schemas.microsoft.com/office/drawing/2014/main" id="{15290885-2BB2-6DEC-1F8F-AA5FF9F3F3B0}"/>
              </a:ext>
            </a:extLst>
          </p:cNvPr>
          <p:cNvSpPr>
            <a:spLocks noGrp="1"/>
          </p:cNvSpPr>
          <p:nvPr>
            <p:ph type="title" hasCustomPrompt="1"/>
          </p:nvPr>
        </p:nvSpPr>
        <p:spPr>
          <a:xfrm>
            <a:off x="568164" y="400049"/>
            <a:ext cx="11047042" cy="1185045"/>
          </a:xfrm>
        </p:spPr>
        <p:txBody>
          <a:bodyPr lIns="0">
            <a:normAutofit/>
          </a:bodyPr>
          <a:lstStyle>
            <a:lvl1pPr>
              <a:defRPr sz="3600"/>
            </a:lvl1pPr>
          </a:lstStyle>
          <a:p>
            <a:r>
              <a:rPr lang="en-US" dirty="0"/>
              <a:t>Click to add title</a:t>
            </a:r>
          </a:p>
        </p:txBody>
      </p:sp>
      <p:sp>
        <p:nvSpPr>
          <p:cNvPr id="8" name="Table Placeholder 7">
            <a:extLst>
              <a:ext uri="{FF2B5EF4-FFF2-40B4-BE49-F238E27FC236}">
                <a16:creationId xmlns:a16="http://schemas.microsoft.com/office/drawing/2014/main" id="{C06F9AAF-6332-F1FC-4AAC-EF9A6B867C25}"/>
              </a:ext>
            </a:extLst>
          </p:cNvPr>
          <p:cNvSpPr>
            <a:spLocks noGrp="1"/>
          </p:cNvSpPr>
          <p:nvPr>
            <p:ph type="tbl" sz="quarter" idx="10" hasCustomPrompt="1"/>
          </p:nvPr>
        </p:nvSpPr>
        <p:spPr>
          <a:xfrm>
            <a:off x="568324" y="2082801"/>
            <a:ext cx="11055511" cy="3856094"/>
          </a:xfrm>
        </p:spPr>
        <p:txBody>
          <a:bodyPr/>
          <a:lstStyle>
            <a:lvl1pPr>
              <a:defRPr/>
            </a:lvl1pPr>
          </a:lstStyle>
          <a:p>
            <a:r>
              <a:rPr lang="en-US" dirty="0"/>
              <a:t>Click to add table</a:t>
            </a:r>
          </a:p>
        </p:txBody>
      </p:sp>
      <p:cxnSp>
        <p:nvCxnSpPr>
          <p:cNvPr id="2" name="Straight Connector 1">
            <a:extLst>
              <a:ext uri="{FF2B5EF4-FFF2-40B4-BE49-F238E27FC236}">
                <a16:creationId xmlns:a16="http://schemas.microsoft.com/office/drawing/2014/main" id="{09F8C9F9-EE8B-8F0D-2DF6-5E4D272BD015}"/>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568164" y="179949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A24BD84-5B1C-458E-6F04-4D0EB689EFAC}"/>
              </a:ext>
            </a:extLst>
          </p:cNvPr>
          <p:cNvSpPr>
            <a:spLocks noGrp="1"/>
          </p:cNvSpPr>
          <p:nvPr>
            <p:ph type="dt" sz="half" idx="2"/>
          </p:nvPr>
        </p:nvSpPr>
        <p:spPr>
          <a:xfrm>
            <a:off x="568164" y="6357168"/>
            <a:ext cx="1641986"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mn-lt"/>
              </a:defRPr>
            </a:lvl1pPr>
          </a:lstStyle>
          <a:p>
            <a:r>
              <a:rPr lang="en-US"/>
              <a:t>20XX</a:t>
            </a:r>
            <a:endParaRPr lang="en-US" dirty="0"/>
          </a:p>
        </p:txBody>
      </p:sp>
      <p:sp>
        <p:nvSpPr>
          <p:cNvPr id="5" name="Footer Placeholder 6">
            <a:extLst>
              <a:ext uri="{FF2B5EF4-FFF2-40B4-BE49-F238E27FC236}">
                <a16:creationId xmlns:a16="http://schemas.microsoft.com/office/drawing/2014/main" id="{379A34A7-6D50-3F63-9153-F866AF62D8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D424B4E-13D0-A782-7ECD-A34870A98410}"/>
              </a:ext>
            </a:extLst>
          </p:cNvPr>
          <p:cNvSpPr>
            <a:spLocks noGrp="1"/>
          </p:cNvSpPr>
          <p:nvPr>
            <p:ph type="sldNum" sz="quarter" idx="4"/>
          </p:nvPr>
        </p:nvSpPr>
        <p:spPr>
          <a:xfrm>
            <a:off x="9982800" y="6357600"/>
            <a:ext cx="1641036"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3990280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B6B0-54DE-4F2D-84DD-D06CD3B117B4}"/>
              </a:ext>
            </a:extLst>
          </p:cNvPr>
          <p:cNvSpPr>
            <a:spLocks noGrp="1"/>
          </p:cNvSpPr>
          <p:nvPr>
            <p:ph type="title" hasCustomPrompt="1"/>
          </p:nvPr>
        </p:nvSpPr>
        <p:spPr>
          <a:xfrm>
            <a:off x="984522" y="298564"/>
            <a:ext cx="4650901" cy="6260873"/>
          </a:xfrm>
        </p:spPr>
        <p:txBody>
          <a:bodyPr anchor="ctr">
            <a:noAutofit/>
          </a:bodyPr>
          <a:lstStyle>
            <a:lvl1pPr algn="ctr">
              <a:defRPr sz="6000"/>
            </a:lvl1pPr>
          </a:lstStyle>
          <a:p>
            <a:r>
              <a:rPr lang="en-US" dirty="0"/>
              <a:t>Click to add title</a:t>
            </a:r>
          </a:p>
        </p:txBody>
      </p:sp>
      <p:grpSp>
        <p:nvGrpSpPr>
          <p:cNvPr id="6" name="Group 5">
            <a:extLst>
              <a:ext uri="{FF2B5EF4-FFF2-40B4-BE49-F238E27FC236}">
                <a16:creationId xmlns:a16="http://schemas.microsoft.com/office/drawing/2014/main" id="{F44A4473-D4D4-4E24-B542-C5D63C28DA75}"/>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a:off x="6153976" y="457964"/>
            <a:ext cx="6009066" cy="5914582"/>
            <a:chOff x="6153976" y="457964"/>
            <a:chExt cx="6009066" cy="5914582"/>
          </a:xfrm>
        </p:grpSpPr>
        <p:grpSp>
          <p:nvGrpSpPr>
            <p:cNvPr id="7" name="Group 6">
              <a:extLst>
                <a:ext uri="{FF2B5EF4-FFF2-40B4-BE49-F238E27FC236}">
                  <a16:creationId xmlns:a16="http://schemas.microsoft.com/office/drawing/2014/main" id="{14CA4A32-A016-460F-8B99-22A5D265B4B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2621" y="2980002"/>
              <a:ext cx="317159" cy="932400"/>
              <a:chOff x="6376988" y="280988"/>
              <a:chExt cx="633413" cy="1862138"/>
            </a:xfrm>
          </p:grpSpPr>
          <p:sp>
            <p:nvSpPr>
              <p:cNvPr id="86" name="Freeform 68">
                <a:extLst>
                  <a:ext uri="{FF2B5EF4-FFF2-40B4-BE49-F238E27FC236}">
                    <a16:creationId xmlns:a16="http://schemas.microsoft.com/office/drawing/2014/main" id="{84DB1BC2-B158-4DA5-9164-843E6B566CE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7" name="Freeform 69">
                <a:extLst>
                  <a:ext uri="{FF2B5EF4-FFF2-40B4-BE49-F238E27FC236}">
                    <a16:creationId xmlns:a16="http://schemas.microsoft.com/office/drawing/2014/main" id="{751FDE2E-D749-401E-B3BA-66B2F523182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8" name="Line 70">
                <a:extLst>
                  <a:ext uri="{FF2B5EF4-FFF2-40B4-BE49-F238E27FC236}">
                    <a16:creationId xmlns:a16="http://schemas.microsoft.com/office/drawing/2014/main" id="{49546377-E2EE-4854-AA84-5575789BAFD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8" name="Group 7">
              <a:extLst>
                <a:ext uri="{FF2B5EF4-FFF2-40B4-BE49-F238E27FC236}">
                  <a16:creationId xmlns:a16="http://schemas.microsoft.com/office/drawing/2014/main" id="{04FCC465-42B8-456F-951F-8C51A42F97E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8324466" y="457964"/>
              <a:ext cx="3838576" cy="5838297"/>
              <a:chOff x="8324466" y="457964"/>
              <a:chExt cx="3838576" cy="5838297"/>
            </a:xfrm>
          </p:grpSpPr>
          <p:sp>
            <p:nvSpPr>
              <p:cNvPr id="48" name="Oval 47">
                <a:extLst>
                  <a:ext uri="{FF2B5EF4-FFF2-40B4-BE49-F238E27FC236}">
                    <a16:creationId xmlns:a16="http://schemas.microsoft.com/office/drawing/2014/main" id="{3D7F8A9A-8A53-4FD3-855C-C49B035CE87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nvGrpSpPr>
              <p:cNvPr id="49" name="Group 48">
                <a:extLst>
                  <a:ext uri="{FF2B5EF4-FFF2-40B4-BE49-F238E27FC236}">
                    <a16:creationId xmlns:a16="http://schemas.microsoft.com/office/drawing/2014/main" id="{AC347F99-AC7C-4DB2-8AAF-9E2A7AE629C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64" name="Freeform 64">
                  <a:extLst>
                    <a:ext uri="{FF2B5EF4-FFF2-40B4-BE49-F238E27FC236}">
                      <a16:creationId xmlns:a16="http://schemas.microsoft.com/office/drawing/2014/main" id="{89B06C37-E219-479D-B324-0DC7D05651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5" name="Freeform 81">
                  <a:extLst>
                    <a:ext uri="{FF2B5EF4-FFF2-40B4-BE49-F238E27FC236}">
                      <a16:creationId xmlns:a16="http://schemas.microsoft.com/office/drawing/2014/main" id="{29A1D878-CEA2-41DC-8638-A8523167266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6" name="Freeform 61">
                  <a:extLst>
                    <a:ext uri="{FF2B5EF4-FFF2-40B4-BE49-F238E27FC236}">
                      <a16:creationId xmlns:a16="http://schemas.microsoft.com/office/drawing/2014/main" id="{99394209-57ED-4126-A8DC-0862D1FA11E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7" name="Freeform 78">
                  <a:extLst>
                    <a:ext uri="{FF2B5EF4-FFF2-40B4-BE49-F238E27FC236}">
                      <a16:creationId xmlns:a16="http://schemas.microsoft.com/office/drawing/2014/main" id="{A48B0004-4618-4D71-88D1-A2FEE4F0AD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8" name="Freeform 84">
                  <a:extLst>
                    <a:ext uri="{FF2B5EF4-FFF2-40B4-BE49-F238E27FC236}">
                      <a16:creationId xmlns:a16="http://schemas.microsoft.com/office/drawing/2014/main" id="{4D1C172B-2446-428A-A518-FE1B5FCE0D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9" name="Freeform 87">
                  <a:extLst>
                    <a:ext uri="{FF2B5EF4-FFF2-40B4-BE49-F238E27FC236}">
                      <a16:creationId xmlns:a16="http://schemas.microsoft.com/office/drawing/2014/main" id="{E359C795-FCC1-401F-B0B6-F722AE632AA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0" name="Freeform 60">
                  <a:extLst>
                    <a:ext uri="{FF2B5EF4-FFF2-40B4-BE49-F238E27FC236}">
                      <a16:creationId xmlns:a16="http://schemas.microsoft.com/office/drawing/2014/main" id="{8260D102-71BB-497E-A5CF-743FB59874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1" name="Freeform 59">
                  <a:extLst>
                    <a:ext uri="{FF2B5EF4-FFF2-40B4-BE49-F238E27FC236}">
                      <a16:creationId xmlns:a16="http://schemas.microsoft.com/office/drawing/2014/main" id="{811E3D98-A5FB-4BDE-A07D-A03EB898C67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2" name="Freeform 62">
                  <a:extLst>
                    <a:ext uri="{FF2B5EF4-FFF2-40B4-BE49-F238E27FC236}">
                      <a16:creationId xmlns:a16="http://schemas.microsoft.com/office/drawing/2014/main" id="{9E48CE7F-B4EF-4629-8706-6838C171EF0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3" name="Freeform 65">
                  <a:extLst>
                    <a:ext uri="{FF2B5EF4-FFF2-40B4-BE49-F238E27FC236}">
                      <a16:creationId xmlns:a16="http://schemas.microsoft.com/office/drawing/2014/main" id="{C8EBC77A-0887-4128-A73B-2C0165C6F94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4" name="Freeform 79">
                  <a:extLst>
                    <a:ext uri="{FF2B5EF4-FFF2-40B4-BE49-F238E27FC236}">
                      <a16:creationId xmlns:a16="http://schemas.microsoft.com/office/drawing/2014/main" id="{7AF3D400-AAAA-47BD-922E-AA3A2AFA302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5" name="Freeform 82">
                  <a:extLst>
                    <a:ext uri="{FF2B5EF4-FFF2-40B4-BE49-F238E27FC236}">
                      <a16:creationId xmlns:a16="http://schemas.microsoft.com/office/drawing/2014/main" id="{B0A3E6A0-609D-427D-9D34-E7CF184B453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6" name="Freeform 85">
                  <a:extLst>
                    <a:ext uri="{FF2B5EF4-FFF2-40B4-BE49-F238E27FC236}">
                      <a16:creationId xmlns:a16="http://schemas.microsoft.com/office/drawing/2014/main" id="{DDE08965-A3F4-426A-924B-102A6F6FE27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7" name="Freeform 88">
                  <a:extLst>
                    <a:ext uri="{FF2B5EF4-FFF2-40B4-BE49-F238E27FC236}">
                      <a16:creationId xmlns:a16="http://schemas.microsoft.com/office/drawing/2014/main" id="{13FA8E6E-7F53-47E9-9BF8-1CD3130F42B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78" name="Group 77">
                  <a:extLst>
                    <a:ext uri="{FF2B5EF4-FFF2-40B4-BE49-F238E27FC236}">
                      <a16:creationId xmlns:a16="http://schemas.microsoft.com/office/drawing/2014/main" id="{7A8A9991-EF8F-4128-9DB7-A2FA8CF2F68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79" name="Line 63">
                    <a:extLst>
                      <a:ext uri="{FF2B5EF4-FFF2-40B4-BE49-F238E27FC236}">
                        <a16:creationId xmlns:a16="http://schemas.microsoft.com/office/drawing/2014/main" id="{41E966B6-186E-4D17-B570-969B6951AC0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0" name="Line 66">
                    <a:extLst>
                      <a:ext uri="{FF2B5EF4-FFF2-40B4-BE49-F238E27FC236}">
                        <a16:creationId xmlns:a16="http://schemas.microsoft.com/office/drawing/2014/main" id="{918B08AD-5F3C-4FC5-8998-8524763C750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1" name="Line 67">
                    <a:extLst>
                      <a:ext uri="{FF2B5EF4-FFF2-40B4-BE49-F238E27FC236}">
                        <a16:creationId xmlns:a16="http://schemas.microsoft.com/office/drawing/2014/main" id="{EDF72260-B0A1-47A1-9459-FDF4600ACA6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2" name="Line 80">
                    <a:extLst>
                      <a:ext uri="{FF2B5EF4-FFF2-40B4-BE49-F238E27FC236}">
                        <a16:creationId xmlns:a16="http://schemas.microsoft.com/office/drawing/2014/main" id="{C6A7FA58-53F7-4C2F-96D5-E97BB3CC679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3" name="Line 83">
                    <a:extLst>
                      <a:ext uri="{FF2B5EF4-FFF2-40B4-BE49-F238E27FC236}">
                        <a16:creationId xmlns:a16="http://schemas.microsoft.com/office/drawing/2014/main" id="{1B986617-481E-450F-8FAD-CA3086A3E04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4" name="Line 86">
                    <a:extLst>
                      <a:ext uri="{FF2B5EF4-FFF2-40B4-BE49-F238E27FC236}">
                        <a16:creationId xmlns:a16="http://schemas.microsoft.com/office/drawing/2014/main" id="{4D24CAEB-B2FE-4796-8E6E-DB5148C380F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5" name="Line 89">
                    <a:extLst>
                      <a:ext uri="{FF2B5EF4-FFF2-40B4-BE49-F238E27FC236}">
                        <a16:creationId xmlns:a16="http://schemas.microsoft.com/office/drawing/2014/main" id="{3D577B03-E6D9-4FFA-A799-E504CBF8D7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50" name="Group 49">
                <a:extLst>
                  <a:ext uri="{FF2B5EF4-FFF2-40B4-BE49-F238E27FC236}">
                    <a16:creationId xmlns:a16="http://schemas.microsoft.com/office/drawing/2014/main" id="{43509C13-FDEE-45B0-B954-D80D6F38F00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56" name="Group 55">
                  <a:extLst>
                    <a:ext uri="{FF2B5EF4-FFF2-40B4-BE49-F238E27FC236}">
                      <a16:creationId xmlns:a16="http://schemas.microsoft.com/office/drawing/2014/main" id="{21FF647D-8D8A-43E8-A2E2-46D1117839F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0" name="Straight Connector 59">
                    <a:extLst>
                      <a:ext uri="{FF2B5EF4-FFF2-40B4-BE49-F238E27FC236}">
                        <a16:creationId xmlns:a16="http://schemas.microsoft.com/office/drawing/2014/main" id="{87B8728B-0A45-4551-99F0-CF33B850DA5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CFAA15D-9EFC-4A70-AC98-CB3EF00C3A4C}"/>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2" name="Rectangle 30">
                    <a:extLst>
                      <a:ext uri="{FF2B5EF4-FFF2-40B4-BE49-F238E27FC236}">
                        <a16:creationId xmlns:a16="http://schemas.microsoft.com/office/drawing/2014/main" id="{AD80CCBD-3F02-48A0-A24E-5971D229517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30">
                    <a:extLst>
                      <a:ext uri="{FF2B5EF4-FFF2-40B4-BE49-F238E27FC236}">
                        <a16:creationId xmlns:a16="http://schemas.microsoft.com/office/drawing/2014/main" id="{AB5B7D34-5A4E-48DE-8893-0F022E4CC95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7" name="Group 56">
                  <a:extLst>
                    <a:ext uri="{FF2B5EF4-FFF2-40B4-BE49-F238E27FC236}">
                      <a16:creationId xmlns:a16="http://schemas.microsoft.com/office/drawing/2014/main" id="{2341ADC6-0CC2-46C0-BA6F-9D991366980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58" name="Freeform: Shape 57">
                    <a:extLst>
                      <a:ext uri="{FF2B5EF4-FFF2-40B4-BE49-F238E27FC236}">
                        <a16:creationId xmlns:a16="http://schemas.microsoft.com/office/drawing/2014/main" id="{A93316DB-546B-41BA-AD1B-94D5C46702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59" name="Freeform: Shape 58">
                    <a:extLst>
                      <a:ext uri="{FF2B5EF4-FFF2-40B4-BE49-F238E27FC236}">
                        <a16:creationId xmlns:a16="http://schemas.microsoft.com/office/drawing/2014/main" id="{35105C82-44C4-41C2-96AE-ADE6DD1D712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51" name="Group 50">
                <a:extLst>
                  <a:ext uri="{FF2B5EF4-FFF2-40B4-BE49-F238E27FC236}">
                    <a16:creationId xmlns:a16="http://schemas.microsoft.com/office/drawing/2014/main" id="{A7A634F2-054C-4614-9ECB-96BE809893D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52" name="Group 51">
                  <a:extLst>
                    <a:ext uri="{FF2B5EF4-FFF2-40B4-BE49-F238E27FC236}">
                      <a16:creationId xmlns:a16="http://schemas.microsoft.com/office/drawing/2014/main" id="{1764AB7F-1912-4909-A04A-C8D125467E1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4" name="Freeform 68">
                    <a:extLst>
                      <a:ext uri="{FF2B5EF4-FFF2-40B4-BE49-F238E27FC236}">
                        <a16:creationId xmlns:a16="http://schemas.microsoft.com/office/drawing/2014/main" id="{6B93639B-DE1C-4A46-A4B5-B88FD6FC20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5" name="Freeform 69">
                    <a:extLst>
                      <a:ext uri="{FF2B5EF4-FFF2-40B4-BE49-F238E27FC236}">
                        <a16:creationId xmlns:a16="http://schemas.microsoft.com/office/drawing/2014/main" id="{A6C5D17F-13E7-4861-A839-3C56ABD56C4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53" name="Line 70">
                  <a:extLst>
                    <a:ext uri="{FF2B5EF4-FFF2-40B4-BE49-F238E27FC236}">
                      <a16:creationId xmlns:a16="http://schemas.microsoft.com/office/drawing/2014/main" id="{1C343C91-0F9E-4530-939D-2D9F15DF4A7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9" name="Group 8">
              <a:extLst>
                <a:ext uri="{FF2B5EF4-FFF2-40B4-BE49-F238E27FC236}">
                  <a16:creationId xmlns:a16="http://schemas.microsoft.com/office/drawing/2014/main" id="{92109E9F-E572-4202-B7A6-630155DD5BB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6153976" y="534249"/>
              <a:ext cx="3838576" cy="5838297"/>
              <a:chOff x="8324466" y="457964"/>
              <a:chExt cx="3838576" cy="5838297"/>
            </a:xfrm>
          </p:grpSpPr>
          <p:sp>
            <p:nvSpPr>
              <p:cNvPr id="10" name="Oval 9">
                <a:extLst>
                  <a:ext uri="{FF2B5EF4-FFF2-40B4-BE49-F238E27FC236}">
                    <a16:creationId xmlns:a16="http://schemas.microsoft.com/office/drawing/2014/main" id="{B4FF54B2-44F5-42F7-8353-111D80A8D2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nvGrpSpPr>
              <p:cNvPr id="11" name="Group 10">
                <a:extLst>
                  <a:ext uri="{FF2B5EF4-FFF2-40B4-BE49-F238E27FC236}">
                    <a16:creationId xmlns:a16="http://schemas.microsoft.com/office/drawing/2014/main" id="{19A2BBF4-4F54-4179-B672-AD4C8D58A30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26" name="Freeform 64">
                  <a:extLst>
                    <a:ext uri="{FF2B5EF4-FFF2-40B4-BE49-F238E27FC236}">
                      <a16:creationId xmlns:a16="http://schemas.microsoft.com/office/drawing/2014/main" id="{2F2D95CF-DAE2-4601-B9A6-233F4F2F307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7" name="Freeform 81">
                  <a:extLst>
                    <a:ext uri="{FF2B5EF4-FFF2-40B4-BE49-F238E27FC236}">
                      <a16:creationId xmlns:a16="http://schemas.microsoft.com/office/drawing/2014/main" id="{3CD52B72-C30B-4570-A8AB-78CB884F8D0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8" name="Freeform 61">
                  <a:extLst>
                    <a:ext uri="{FF2B5EF4-FFF2-40B4-BE49-F238E27FC236}">
                      <a16:creationId xmlns:a16="http://schemas.microsoft.com/office/drawing/2014/main" id="{696A9FBF-C89D-4CF9-A1DC-C0275A3B326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9" name="Freeform 78">
                  <a:extLst>
                    <a:ext uri="{FF2B5EF4-FFF2-40B4-BE49-F238E27FC236}">
                      <a16:creationId xmlns:a16="http://schemas.microsoft.com/office/drawing/2014/main" id="{C50B0ACE-17B4-4F11-BA43-0159796B839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0" name="Freeform 84">
                  <a:extLst>
                    <a:ext uri="{FF2B5EF4-FFF2-40B4-BE49-F238E27FC236}">
                      <a16:creationId xmlns:a16="http://schemas.microsoft.com/office/drawing/2014/main" id="{F0346B01-7019-48B2-9BE7-3E90F590FD6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1" name="Freeform 87">
                  <a:extLst>
                    <a:ext uri="{FF2B5EF4-FFF2-40B4-BE49-F238E27FC236}">
                      <a16:creationId xmlns:a16="http://schemas.microsoft.com/office/drawing/2014/main" id="{5C186E4B-7559-4E95-9BDD-7DA75E0873B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2" name="Freeform 60">
                  <a:extLst>
                    <a:ext uri="{FF2B5EF4-FFF2-40B4-BE49-F238E27FC236}">
                      <a16:creationId xmlns:a16="http://schemas.microsoft.com/office/drawing/2014/main" id="{4FFE117A-211E-4BD5-AB76-05026DEC6B5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3" name="Freeform 59">
                  <a:extLst>
                    <a:ext uri="{FF2B5EF4-FFF2-40B4-BE49-F238E27FC236}">
                      <a16:creationId xmlns:a16="http://schemas.microsoft.com/office/drawing/2014/main" id="{5CC0C412-2859-4E97-924F-291318E6AD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4" name="Freeform 62">
                  <a:extLst>
                    <a:ext uri="{FF2B5EF4-FFF2-40B4-BE49-F238E27FC236}">
                      <a16:creationId xmlns:a16="http://schemas.microsoft.com/office/drawing/2014/main" id="{AECE441C-0FBF-4F02-9781-35F2487E3C0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5" name="Freeform 65">
                  <a:extLst>
                    <a:ext uri="{FF2B5EF4-FFF2-40B4-BE49-F238E27FC236}">
                      <a16:creationId xmlns:a16="http://schemas.microsoft.com/office/drawing/2014/main" id="{951A4317-3E34-41B4-BCD9-E6E0627C188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6" name="Freeform 79">
                  <a:extLst>
                    <a:ext uri="{FF2B5EF4-FFF2-40B4-BE49-F238E27FC236}">
                      <a16:creationId xmlns:a16="http://schemas.microsoft.com/office/drawing/2014/main" id="{CE2D40E4-274B-4D43-801B-7B3BAF03E45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7" name="Freeform 82">
                  <a:extLst>
                    <a:ext uri="{FF2B5EF4-FFF2-40B4-BE49-F238E27FC236}">
                      <a16:creationId xmlns:a16="http://schemas.microsoft.com/office/drawing/2014/main" id="{2D939FC8-6395-4DCB-B28C-2342BFB72F2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8" name="Freeform 85">
                  <a:extLst>
                    <a:ext uri="{FF2B5EF4-FFF2-40B4-BE49-F238E27FC236}">
                      <a16:creationId xmlns:a16="http://schemas.microsoft.com/office/drawing/2014/main" id="{620FEEF2-AE91-48CA-8FE7-B50F83E1CF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9" name="Freeform 88">
                  <a:extLst>
                    <a:ext uri="{FF2B5EF4-FFF2-40B4-BE49-F238E27FC236}">
                      <a16:creationId xmlns:a16="http://schemas.microsoft.com/office/drawing/2014/main" id="{27050D75-D26B-4BD3-A4A5-68DF13E9C1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40" name="Group 39">
                  <a:extLst>
                    <a:ext uri="{FF2B5EF4-FFF2-40B4-BE49-F238E27FC236}">
                      <a16:creationId xmlns:a16="http://schemas.microsoft.com/office/drawing/2014/main" id="{37668160-F5BE-4756-B84F-C68992BC7A5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1" name="Line 63">
                    <a:extLst>
                      <a:ext uri="{FF2B5EF4-FFF2-40B4-BE49-F238E27FC236}">
                        <a16:creationId xmlns:a16="http://schemas.microsoft.com/office/drawing/2014/main" id="{E7F90261-4A5A-4C39-B4B3-FEBED04E345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2" name="Line 66">
                    <a:extLst>
                      <a:ext uri="{FF2B5EF4-FFF2-40B4-BE49-F238E27FC236}">
                        <a16:creationId xmlns:a16="http://schemas.microsoft.com/office/drawing/2014/main" id="{71681E7C-A7E8-4F01-9001-3FD1105E1B4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3" name="Line 67">
                    <a:extLst>
                      <a:ext uri="{FF2B5EF4-FFF2-40B4-BE49-F238E27FC236}">
                        <a16:creationId xmlns:a16="http://schemas.microsoft.com/office/drawing/2014/main" id="{901B0597-C838-4481-A49D-E8D85B631C7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4" name="Line 80">
                    <a:extLst>
                      <a:ext uri="{FF2B5EF4-FFF2-40B4-BE49-F238E27FC236}">
                        <a16:creationId xmlns:a16="http://schemas.microsoft.com/office/drawing/2014/main" id="{23C2B0BF-A329-4A97-B3D5-545BC6813E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5" name="Line 83">
                    <a:extLst>
                      <a:ext uri="{FF2B5EF4-FFF2-40B4-BE49-F238E27FC236}">
                        <a16:creationId xmlns:a16="http://schemas.microsoft.com/office/drawing/2014/main" id="{DBCCCA80-4FEE-4C79-8AF3-66B97054C84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6" name="Line 86">
                    <a:extLst>
                      <a:ext uri="{FF2B5EF4-FFF2-40B4-BE49-F238E27FC236}">
                        <a16:creationId xmlns:a16="http://schemas.microsoft.com/office/drawing/2014/main" id="{4B9AD13F-808D-4464-989B-F40B3E77B74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7" name="Line 89">
                    <a:extLst>
                      <a:ext uri="{FF2B5EF4-FFF2-40B4-BE49-F238E27FC236}">
                        <a16:creationId xmlns:a16="http://schemas.microsoft.com/office/drawing/2014/main" id="{076473B5-E30F-4635-8789-51368A971B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12" name="Group 11">
                <a:extLst>
                  <a:ext uri="{FF2B5EF4-FFF2-40B4-BE49-F238E27FC236}">
                    <a16:creationId xmlns:a16="http://schemas.microsoft.com/office/drawing/2014/main" id="{EF568995-35CF-4C80-A63C-82B47F1BA1D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8" name="Group 17">
                  <a:extLst>
                    <a:ext uri="{FF2B5EF4-FFF2-40B4-BE49-F238E27FC236}">
                      <a16:creationId xmlns:a16="http://schemas.microsoft.com/office/drawing/2014/main" id="{99432608-19E2-4A3E-A68B-45C8E5DD471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2" name="Straight Connector 21">
                    <a:extLst>
                      <a:ext uri="{FF2B5EF4-FFF2-40B4-BE49-F238E27FC236}">
                        <a16:creationId xmlns:a16="http://schemas.microsoft.com/office/drawing/2014/main" id="{127A2810-84DE-450A-986B-DE8AF8AE6F1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A56ED6A-BBD4-4005-A99D-65BCF8047CCA}"/>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4" name="Rectangle 30">
                    <a:extLst>
                      <a:ext uri="{FF2B5EF4-FFF2-40B4-BE49-F238E27FC236}">
                        <a16:creationId xmlns:a16="http://schemas.microsoft.com/office/drawing/2014/main" id="{CFC0629C-AFCE-4D39-87D5-36EF1FE5CF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30">
                    <a:extLst>
                      <a:ext uri="{FF2B5EF4-FFF2-40B4-BE49-F238E27FC236}">
                        <a16:creationId xmlns:a16="http://schemas.microsoft.com/office/drawing/2014/main" id="{81F3517A-93AD-4DF3-BEC7-E607A73E5E2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9" name="Group 18">
                  <a:extLst>
                    <a:ext uri="{FF2B5EF4-FFF2-40B4-BE49-F238E27FC236}">
                      <a16:creationId xmlns:a16="http://schemas.microsoft.com/office/drawing/2014/main" id="{4CBBC251-E8DD-438C-8733-7D65F461A44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0" name="Freeform: Shape 19">
                    <a:extLst>
                      <a:ext uri="{FF2B5EF4-FFF2-40B4-BE49-F238E27FC236}">
                        <a16:creationId xmlns:a16="http://schemas.microsoft.com/office/drawing/2014/main" id="{6A94A4D4-EFFA-4AE2-B533-75F01F0F00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21" name="Freeform: Shape 20">
                    <a:extLst>
                      <a:ext uri="{FF2B5EF4-FFF2-40B4-BE49-F238E27FC236}">
                        <a16:creationId xmlns:a16="http://schemas.microsoft.com/office/drawing/2014/main" id="{1F4B0E1D-2F9C-444A-ADBA-BDE9F01D8DD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13" name="Group 12">
                <a:extLst>
                  <a:ext uri="{FF2B5EF4-FFF2-40B4-BE49-F238E27FC236}">
                    <a16:creationId xmlns:a16="http://schemas.microsoft.com/office/drawing/2014/main" id="{5F5ACA0E-A5DF-4015-8FD4-FA7A53E9D1A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4" name="Group 13">
                  <a:extLst>
                    <a:ext uri="{FF2B5EF4-FFF2-40B4-BE49-F238E27FC236}">
                      <a16:creationId xmlns:a16="http://schemas.microsoft.com/office/drawing/2014/main" id="{5A4DCFFD-FD3C-42EA-862E-5B792D9020A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6" name="Freeform 68">
                    <a:extLst>
                      <a:ext uri="{FF2B5EF4-FFF2-40B4-BE49-F238E27FC236}">
                        <a16:creationId xmlns:a16="http://schemas.microsoft.com/office/drawing/2014/main" id="{0089A8F3-7530-4C17-848C-580015C3EDC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 name="Freeform 69">
                    <a:extLst>
                      <a:ext uri="{FF2B5EF4-FFF2-40B4-BE49-F238E27FC236}">
                        <a16:creationId xmlns:a16="http://schemas.microsoft.com/office/drawing/2014/main" id="{61D8EA0C-1521-4C6D-8C09-DD6D8F1F221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5" name="Line 70">
                  <a:extLst>
                    <a:ext uri="{FF2B5EF4-FFF2-40B4-BE49-F238E27FC236}">
                      <a16:creationId xmlns:a16="http://schemas.microsoft.com/office/drawing/2014/main" id="{517033B6-6B8A-4BD6-9A52-BF9E9EFBD48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spTree>
    <p:extLst>
      <p:ext uri="{BB962C8B-B14F-4D97-AF65-F5344CB8AC3E}">
        <p14:creationId xmlns:p14="http://schemas.microsoft.com/office/powerpoint/2010/main" val="4229122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2DDA7E-8449-42D1-93BD-4E96C1BFC18D}"/>
              </a:ext>
            </a:extLst>
          </p:cNvPr>
          <p:cNvSpPr>
            <a:spLocks noGrp="1"/>
          </p:cNvSpPr>
          <p:nvPr>
            <p:ph type="title"/>
          </p:nvPr>
        </p:nvSpPr>
        <p:spPr>
          <a:xfrm>
            <a:off x="989400" y="395289"/>
            <a:ext cx="10213200" cy="1112836"/>
          </a:xfrm>
          <a:prstGeom prst="rect">
            <a:avLst/>
          </a:prstGeom>
        </p:spPr>
        <p:txBody>
          <a:bodyPr vert="horz" lIns="91440" tIns="45720" rIns="91440" bIns="45720" rtlCol="0" anchor="b"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172EB64-DBC0-4012-830E-9166670D17C5}"/>
              </a:ext>
            </a:extLst>
          </p:cNvPr>
          <p:cNvSpPr>
            <a:spLocks noGrp="1"/>
          </p:cNvSpPr>
          <p:nvPr>
            <p:ph type="body" idx="1"/>
          </p:nvPr>
        </p:nvSpPr>
        <p:spPr>
          <a:xfrm>
            <a:off x="989400" y="1685925"/>
            <a:ext cx="10213200" cy="40401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749A3E9-8704-4E26-A519-8215B3E943F5}"/>
              </a:ext>
            </a:extLst>
          </p:cNvPr>
          <p:cNvSpPr>
            <a:spLocks noGrp="1"/>
          </p:cNvSpPr>
          <p:nvPr>
            <p:ph type="dt" sz="half" idx="2"/>
          </p:nvPr>
        </p:nvSpPr>
        <p:spPr>
          <a:xfrm>
            <a:off x="450000" y="6357168"/>
            <a:ext cx="1760150"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mj-lt"/>
              </a:defRPr>
            </a:lvl1pPr>
          </a:lstStyle>
          <a:p>
            <a:r>
              <a:rPr lang="en-US"/>
              <a:t>20XX</a:t>
            </a:r>
            <a:endParaRPr lang="en-US" dirty="0"/>
          </a:p>
        </p:txBody>
      </p:sp>
      <p:sp>
        <p:nvSpPr>
          <p:cNvPr id="5" name="Footer Placeholder 4">
            <a:extLst>
              <a:ext uri="{FF2B5EF4-FFF2-40B4-BE49-F238E27FC236}">
                <a16:creationId xmlns:a16="http://schemas.microsoft.com/office/drawing/2014/main" id="{C8590E32-87A0-44C2-A299-D45FAB146E08}"/>
              </a:ext>
            </a:extLst>
          </p:cNvPr>
          <p:cNvSpPr>
            <a:spLocks noGrp="1"/>
          </p:cNvSpPr>
          <p:nvPr>
            <p:ph type="ftr" sz="quarter" idx="3"/>
          </p:nvPr>
        </p:nvSpPr>
        <p:spPr>
          <a:xfrm>
            <a:off x="2754312" y="6357600"/>
            <a:ext cx="6683376" cy="460800"/>
          </a:xfrm>
          <a:prstGeom prst="rect">
            <a:avLst/>
          </a:prstGeom>
        </p:spPr>
        <p:txBody>
          <a:bodyPr vert="horz" lIns="91440" tIns="45720" rIns="91440" bIns="45720" rtlCol="0" anchor="ctr"/>
          <a:lstStyle>
            <a:lvl1pPr algn="ctr">
              <a:defRPr sz="1000" cap="all" spc="300" baseline="0">
                <a:solidFill>
                  <a:schemeClr val="tx1">
                    <a:alpha val="60000"/>
                  </a:schemeClr>
                </a:solidFill>
                <a:latin typeface="+mj-lt"/>
              </a:defRPr>
            </a:lvl1pPr>
          </a:lstStyle>
          <a:p>
            <a:endParaRPr lang="en-US" dirty="0"/>
          </a:p>
        </p:txBody>
      </p:sp>
      <p:sp>
        <p:nvSpPr>
          <p:cNvPr id="6" name="Slide Number Placeholder 5">
            <a:extLst>
              <a:ext uri="{FF2B5EF4-FFF2-40B4-BE49-F238E27FC236}">
                <a16:creationId xmlns:a16="http://schemas.microsoft.com/office/drawing/2014/main" id="{BE1C1A41-01A7-44E2-965B-ACFD4F2806FC}"/>
              </a:ext>
            </a:extLst>
          </p:cNvPr>
          <p:cNvSpPr>
            <a:spLocks noGrp="1"/>
          </p:cNvSpPr>
          <p:nvPr>
            <p:ph type="sldNum" sz="quarter" idx="4"/>
          </p:nvPr>
        </p:nvSpPr>
        <p:spPr>
          <a:xfrm>
            <a:off x="9982800" y="6357600"/>
            <a:ext cx="1760150"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mj-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081999036"/>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9" r:id="rId13"/>
    <p:sldLayoutId id="2147483711" r:id="rId14"/>
    <p:sldLayoutId id="2147483714" r:id="rId15"/>
    <p:sldLayoutId id="2147483716" r:id="rId16"/>
    <p:sldLayoutId id="2147483672" r:id="rId17"/>
  </p:sldLayoutIdLst>
  <p:hf sldNum="0" hdr="0" ftr="0" dt="0"/>
  <p:txStyles>
    <p:title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p:titleStyle>
    <p:bodyStyle>
      <a:lvl1pPr marL="360000" indent="-360000" algn="l" defTabSz="914400" rtl="0" eaLnBrk="1" latinLnBrk="0" hangingPunct="1">
        <a:lnSpc>
          <a:spcPct val="150000"/>
        </a:lnSpc>
        <a:spcBef>
          <a:spcPts val="10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1pPr>
      <a:lvl2pPr marL="360000" indent="0" algn="l" defTabSz="914400" rtl="0" eaLnBrk="1" latinLnBrk="0" hangingPunct="1">
        <a:lnSpc>
          <a:spcPct val="150000"/>
        </a:lnSpc>
        <a:spcBef>
          <a:spcPts val="500"/>
        </a:spcBef>
        <a:buFontTx/>
        <a:buNone/>
        <a:defRPr sz="2000" b="0" i="1" kern="1200" spc="50" baseline="0">
          <a:solidFill>
            <a:schemeClr val="tx1">
              <a:alpha val="60000"/>
            </a:schemeClr>
          </a:solidFill>
          <a:latin typeface="+mn-lt"/>
          <a:ea typeface="+mn-ea"/>
          <a:cs typeface="+mn-cs"/>
        </a:defRPr>
      </a:lvl2pPr>
      <a:lvl3pPr marL="108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3pPr>
      <a:lvl4pPr marL="1080000" indent="0" algn="l" defTabSz="914400" rtl="0" eaLnBrk="1" latinLnBrk="0" hangingPunct="1">
        <a:lnSpc>
          <a:spcPct val="150000"/>
        </a:lnSpc>
        <a:spcBef>
          <a:spcPts val="500"/>
        </a:spcBef>
        <a:buClr>
          <a:schemeClr val="accent3"/>
        </a:buClr>
        <a:buFontTx/>
        <a:buNone/>
        <a:defRPr sz="2000" b="0" i="1" kern="1200" spc="50" baseline="0">
          <a:solidFill>
            <a:schemeClr val="tx1">
              <a:alpha val="60000"/>
            </a:schemeClr>
          </a:solidFill>
          <a:latin typeface="+mn-lt"/>
          <a:ea typeface="+mn-ea"/>
          <a:cs typeface="+mn-cs"/>
        </a:defRPr>
      </a:lvl4pPr>
      <a:lvl5pPr marL="180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37">
          <p15:clr>
            <a:srgbClr val="F26B43"/>
          </p15:clr>
        </p15:guide>
        <p15:guide id="2" orient="horz" pos="2160">
          <p15:clr>
            <a:srgbClr val="F26B43"/>
          </p15:clr>
        </p15:guide>
        <p15:guide id="3" pos="680">
          <p15:clr>
            <a:srgbClr val="F26B43"/>
          </p15:clr>
        </p15:guide>
        <p15:guide id="4" pos="7000">
          <p15:clr>
            <a:srgbClr val="F26B43"/>
          </p15:clr>
        </p15:guide>
        <p15:guide id="5" orient="horz" pos="679">
          <p15:clr>
            <a:srgbClr val="F26B43"/>
          </p15:clr>
        </p15:guide>
        <p15:guide id="6" orient="horz" pos="3640">
          <p15:clr>
            <a:srgbClr val="F26B43"/>
          </p15:clr>
        </p15:guide>
        <p15:guide id="7" pos="6644">
          <p15:clr>
            <a:srgbClr val="F26B43"/>
          </p15:clr>
        </p15:guide>
        <p15:guide id="8" pos="6289">
          <p15:clr>
            <a:srgbClr val="F26B43"/>
          </p15:clr>
        </p15:guide>
        <p15:guide id="9" pos="5945">
          <p15:clr>
            <a:srgbClr val="F26B43"/>
          </p15:clr>
        </p15:guide>
        <p15:guide id="10" pos="1391">
          <p15:clr>
            <a:srgbClr val="F26B43"/>
          </p15:clr>
        </p15:guide>
        <p15:guide id="11" pos="1032">
          <p15:clr>
            <a:srgbClr val="F26B43"/>
          </p15:clr>
        </p15:guide>
        <p15:guide id="12" pos="1732">
          <p15:clr>
            <a:srgbClr val="F26B43"/>
          </p15:clr>
        </p15:guide>
        <p15:guide id="13" pos="2084">
          <p15:clr>
            <a:srgbClr val="F26B43"/>
          </p15:clr>
        </p15:guide>
        <p15:guide id="14" pos="5596">
          <p15:clr>
            <a:srgbClr val="F26B43"/>
          </p15:clr>
        </p15:guide>
        <p15:guide id="15" pos="2436">
          <p15:clr>
            <a:srgbClr val="F26B43"/>
          </p15:clr>
        </p15:guide>
        <p15:guide id="16" pos="5244">
          <p15:clr>
            <a:srgbClr val="F26B43"/>
          </p15:clr>
        </p15:guide>
        <p15:guide id="17" pos="2792">
          <p15:clr>
            <a:srgbClr val="F26B43"/>
          </p15:clr>
        </p15:guide>
        <p15:guide id="18" pos="4892">
          <p15:clr>
            <a:srgbClr val="F26B43"/>
          </p15:clr>
        </p15:guide>
        <p15:guide id="19" pos="4543">
          <p15:clr>
            <a:srgbClr val="F26B43"/>
          </p15:clr>
        </p15:guide>
        <p15:guide id="20" pos="3488">
          <p15:clr>
            <a:srgbClr val="F26B43"/>
          </p15:clr>
        </p15:guide>
        <p15:guide id="21" pos="4192">
          <p15:clr>
            <a:srgbClr val="F26B43"/>
          </p15:clr>
        </p15:guide>
        <p15:guide id="22" pos="3840">
          <p15:clr>
            <a:srgbClr val="F26B43"/>
          </p15:clr>
        </p15:guide>
        <p15:guide id="23" pos="340">
          <p15:clr>
            <a:srgbClr val="A4A3A4"/>
          </p15:clr>
        </p15:guide>
        <p15:guide id="24" pos="7340">
          <p15:clr>
            <a:srgbClr val="A4A3A4"/>
          </p15:clr>
        </p15:guide>
        <p15:guide id="25" orient="horz" pos="1062">
          <p15:clr>
            <a:srgbClr val="5ACBF0"/>
          </p15:clr>
        </p15:guide>
        <p15:guide id="26" orient="horz" pos="3982">
          <p15:clr>
            <a:srgbClr val="A4A3A4"/>
          </p15:clr>
        </p15:guide>
        <p15:guide id="27" orient="horz" pos="338">
          <p15:clr>
            <a:srgbClr val="A4A3A4"/>
          </p15:clr>
        </p15:guide>
        <p15:guide id="28" orient="horz" pos="950">
          <p15:clr>
            <a:srgbClr val="5ACBF0"/>
          </p15:clr>
        </p15:guide>
        <p15:guide id="29" orient="horz" pos="249">
          <p15:clr>
            <a:srgbClr val="5ACBF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8" Type="http://schemas.openxmlformats.org/officeDocument/2006/relationships/hyperlink" Target="https://chat.openai.com/" TargetMode="External"/><Relationship Id="rId3" Type="http://schemas.openxmlformats.org/officeDocument/2006/relationships/hyperlink" Target="https://tailwindcss.com/docs" TargetMode="External"/><Relationship Id="rId7" Type="http://schemas.openxmlformats.org/officeDocument/2006/relationships/hyperlink" Target="https://www.apachefriends.org/" TargetMode="External"/><Relationship Id="rId2" Type="http://schemas.openxmlformats.org/officeDocument/2006/relationships/notesSlide" Target="../notesSlides/notesSlide15.xml"/><Relationship Id="rId1" Type="http://schemas.openxmlformats.org/officeDocument/2006/relationships/slideLayout" Target="../slideLayouts/slideLayout15.xml"/><Relationship Id="rId6" Type="http://schemas.openxmlformats.org/officeDocument/2006/relationships/hyperlink" Target="https://code.visualstudio.com/docs" TargetMode="External"/><Relationship Id="rId5" Type="http://schemas.openxmlformats.org/officeDocument/2006/relationships/hyperlink" Target="https://dev.mysql.com/doc/" TargetMode="External"/><Relationship Id="rId4" Type="http://schemas.openxmlformats.org/officeDocument/2006/relationships/hyperlink" Target="https://www.php.net/manual/en/"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6.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6.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6.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6.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Slide Number Placeholder 4">
            <a:extLst>
              <a:ext uri="{FF2B5EF4-FFF2-40B4-BE49-F238E27FC236}">
                <a16:creationId xmlns:a16="http://schemas.microsoft.com/office/drawing/2014/main" id="{F74D3315-797B-770D-B2DE-CFF4FA90BB23}"/>
              </a:ext>
            </a:extLst>
          </p:cNvPr>
          <p:cNvSpPr txBox="1">
            <a:spLocks/>
          </p:cNvSpPr>
          <p:nvPr/>
        </p:nvSpPr>
        <p:spPr>
          <a:xfrm>
            <a:off x="11353800" y="5879804"/>
            <a:ext cx="661416" cy="89589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8FB4751-880F-D840-AAA9-3A15815CC996}" type="slidenum">
              <a:rPr lang="en-US" smtClean="0"/>
              <a:pPr/>
              <a:t>1</a:t>
            </a:fld>
            <a:endParaRPr lang="en-US" dirty="0"/>
          </a:p>
        </p:txBody>
      </p:sp>
      <p:sp>
        <p:nvSpPr>
          <p:cNvPr id="4" name="Title 1">
            <a:extLst>
              <a:ext uri="{FF2B5EF4-FFF2-40B4-BE49-F238E27FC236}">
                <a16:creationId xmlns:a16="http://schemas.microsoft.com/office/drawing/2014/main" id="{D33D9F8F-926C-2F16-A927-A54F6185C8FE}"/>
              </a:ext>
            </a:extLst>
          </p:cNvPr>
          <p:cNvSpPr txBox="1">
            <a:spLocks/>
          </p:cNvSpPr>
          <p:nvPr/>
        </p:nvSpPr>
        <p:spPr>
          <a:xfrm rot="10800000" flipV="1">
            <a:off x="1326721" y="2762240"/>
            <a:ext cx="9794543" cy="1169851"/>
          </a:xfrm>
          <a:prstGeom prst="rect">
            <a:avLst/>
          </a:prstGeom>
        </p:spPr>
        <p:txBody>
          <a:bodyPr vert="horz" lIns="91440" tIns="45720" rIns="91440" bIns="45720" rtlCol="0" anchor="b">
            <a:normAutofit fontScale="92500" lnSpcReduction="10000"/>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3200" b="1">
                <a:solidFill>
                  <a:srgbClr val="0070C0"/>
                </a:solidFill>
                <a:latin typeface="Times New Roman" panose="02020603050405020304" pitchFamily="18" charset="0"/>
                <a:cs typeface="Times New Roman" pitchFamily="18" charset="0"/>
              </a:rPr>
              <a:t>FITNESS AND HEALTH TRACKER APPLICATION</a:t>
            </a:r>
          </a:p>
          <a:p>
            <a:pPr algn="ctr"/>
            <a:br>
              <a:rPr lang="en-IN" sz="733" b="1">
                <a:solidFill>
                  <a:srgbClr val="1F2328"/>
                </a:solidFill>
                <a:latin typeface="Times New Roman" panose="02020603050405020304" pitchFamily="18" charset="0"/>
                <a:cs typeface="Times New Roman" panose="02020603050405020304" pitchFamily="18" charset="0"/>
              </a:rPr>
            </a:br>
            <a:br>
              <a:rPr lang="en-IN" sz="733">
                <a:latin typeface="Times New Roman" panose="02020603050405020304" pitchFamily="18" charset="0"/>
                <a:cs typeface="Times New Roman" panose="02020603050405020304" pitchFamily="18" charset="0"/>
              </a:rPr>
            </a:br>
            <a:endParaRPr lang="en-US" sz="3600" b="1">
              <a:solidFill>
                <a:srgbClr val="0070C0"/>
              </a:solidFill>
              <a:latin typeface="Times New Roman" panose="02020603050405020304" pitchFamily="18" charset="0"/>
              <a:cs typeface="Times New Roman" pitchFamily="18" charset="0"/>
            </a:endParaRPr>
          </a:p>
        </p:txBody>
      </p:sp>
      <p:sp>
        <p:nvSpPr>
          <p:cNvPr id="5" name="TextBox 4">
            <a:extLst>
              <a:ext uri="{FF2B5EF4-FFF2-40B4-BE49-F238E27FC236}">
                <a16:creationId xmlns:a16="http://schemas.microsoft.com/office/drawing/2014/main" id="{27B79E82-0A94-5593-3CC8-6DE6AC1692AD}"/>
              </a:ext>
            </a:extLst>
          </p:cNvPr>
          <p:cNvSpPr txBox="1"/>
          <p:nvPr/>
        </p:nvSpPr>
        <p:spPr>
          <a:xfrm>
            <a:off x="1767726" y="562483"/>
            <a:ext cx="9152874" cy="1723549"/>
          </a:xfrm>
          <a:prstGeom prst="rect">
            <a:avLst/>
          </a:prstGeom>
          <a:noFill/>
        </p:spPr>
        <p:txBody>
          <a:bodyPr wrap="square">
            <a:spAutoFit/>
          </a:bodyPr>
          <a:lstStyle/>
          <a:p>
            <a:pPr algn="ctr"/>
            <a:r>
              <a:rPr lang="en-US" sz="2400" b="1" dirty="0">
                <a:solidFill>
                  <a:srgbClr val="000000"/>
                </a:solidFill>
                <a:latin typeface="Times New Roman" panose="02020603050405020304" pitchFamily="18" charset="0"/>
                <a:cs typeface="Times New Roman" pitchFamily="18" charset="0"/>
              </a:rPr>
              <a:t>SBRR MAHAJANA FIRST GRADE COLLEGE (Autonomous</a:t>
            </a:r>
            <a:r>
              <a:rPr lang="en-US" sz="2000" b="1" dirty="0">
                <a:solidFill>
                  <a:srgbClr val="000000"/>
                </a:solidFill>
                <a:latin typeface="Times New Roman" panose="02020603050405020304" pitchFamily="18" charset="0"/>
                <a:cs typeface="Times New Roman" pitchFamily="18" charset="0"/>
              </a:rPr>
              <a:t>)</a:t>
            </a:r>
            <a:br>
              <a:rPr lang="en-US" sz="2000" b="1" dirty="0">
                <a:solidFill>
                  <a:srgbClr val="000000"/>
                </a:solidFill>
                <a:latin typeface="Times New Roman" panose="02020603050405020304" pitchFamily="18" charset="0"/>
                <a:cs typeface="Times New Roman" pitchFamily="18" charset="0"/>
              </a:rPr>
            </a:br>
            <a:r>
              <a:rPr lang="en-IN" dirty="0" err="1">
                <a:solidFill>
                  <a:srgbClr val="000000"/>
                </a:solidFill>
                <a:latin typeface="Times New Roman" panose="02020603050405020304" pitchFamily="18" charset="0"/>
                <a:cs typeface="Times New Roman" panose="02020603050405020304" pitchFamily="18" charset="0"/>
              </a:rPr>
              <a:t>Jayalakshmipuram</a:t>
            </a:r>
            <a:r>
              <a:rPr lang="en-IN" dirty="0">
                <a:solidFill>
                  <a:srgbClr val="000000"/>
                </a:solidFill>
                <a:latin typeface="Times New Roman" panose="02020603050405020304" pitchFamily="18" charset="0"/>
                <a:cs typeface="Times New Roman" panose="02020603050405020304" pitchFamily="18" charset="0"/>
              </a:rPr>
              <a:t>, Mysuru 570009</a:t>
            </a:r>
            <a:br>
              <a:rPr lang="en-IN" sz="1400" dirty="0">
                <a:solidFill>
                  <a:srgbClr val="000000"/>
                </a:solidFill>
                <a:latin typeface="Times New Roman" panose="02020603050405020304" pitchFamily="18" charset="0"/>
                <a:cs typeface="Times New Roman" panose="02020603050405020304" pitchFamily="18" charset="0"/>
              </a:rPr>
            </a:br>
            <a:r>
              <a:rPr lang="en-US" dirty="0">
                <a:solidFill>
                  <a:srgbClr val="000000"/>
                </a:solidFill>
                <a:latin typeface="Times New Roman" panose="02020603050405020304" pitchFamily="18" charset="0"/>
                <a:cs typeface="Times New Roman" panose="02020603050405020304" pitchFamily="18" charset="0"/>
              </a:rPr>
              <a:t>Affiliated to University of Mysore</a:t>
            </a:r>
          </a:p>
          <a:p>
            <a:pPr algn="ctr"/>
            <a:r>
              <a:rPr lang="en-US" dirty="0">
                <a:solidFill>
                  <a:srgbClr val="000000"/>
                </a:solidFill>
                <a:latin typeface="Times New Roman" panose="02020603050405020304" pitchFamily="18" charset="0"/>
                <a:cs typeface="Times New Roman" panose="02020603050405020304" pitchFamily="18" charset="0"/>
              </a:rPr>
              <a:t>Re-Accredited by NAAC with ‘A’ grade, College with Potential for Excellence</a:t>
            </a:r>
          </a:p>
          <a:p>
            <a:pPr algn="ctr"/>
            <a:br>
              <a:rPr lang="en-IN" sz="400" dirty="0">
                <a:solidFill>
                  <a:srgbClr val="000000"/>
                </a:solidFill>
                <a:latin typeface="Times New Roman" panose="02020603050405020304" pitchFamily="18" charset="0"/>
                <a:cs typeface="Times New Roman" panose="02020603050405020304" pitchFamily="18" charset="0"/>
              </a:rPr>
            </a:br>
            <a:endParaRPr lang="en-US" sz="2400" b="1" dirty="0">
              <a:solidFill>
                <a:srgbClr val="000000"/>
              </a:solidFill>
              <a:latin typeface="Times New Roman" panose="02020603050405020304" pitchFamily="18" charset="0"/>
              <a:cs typeface="Times New Roman" pitchFamily="18" charset="0"/>
            </a:endParaRPr>
          </a:p>
        </p:txBody>
      </p:sp>
      <p:sp>
        <p:nvSpPr>
          <p:cNvPr id="6" name="TextBox 5">
            <a:extLst>
              <a:ext uri="{FF2B5EF4-FFF2-40B4-BE49-F238E27FC236}">
                <a16:creationId xmlns:a16="http://schemas.microsoft.com/office/drawing/2014/main" id="{8CFD0823-4C1B-4B08-96AA-31DEA42F0285}"/>
              </a:ext>
            </a:extLst>
          </p:cNvPr>
          <p:cNvSpPr txBox="1"/>
          <p:nvPr/>
        </p:nvSpPr>
        <p:spPr>
          <a:xfrm>
            <a:off x="648932" y="4370164"/>
            <a:ext cx="4721721" cy="1631216"/>
          </a:xfrm>
          <a:prstGeom prst="rect">
            <a:avLst/>
          </a:prstGeom>
          <a:noFill/>
        </p:spPr>
        <p:txBody>
          <a:bodyPr wrap="square" rtlCol="0">
            <a:spAutoFit/>
          </a:bodyPr>
          <a:lstStyle/>
          <a:p>
            <a:pPr algn="ctr"/>
            <a:r>
              <a:rPr lang="en-US" sz="2000" b="1" dirty="0">
                <a:solidFill>
                  <a:srgbClr val="000000"/>
                </a:solidFill>
                <a:latin typeface="Times New Roman" panose="02020603050405020304" pitchFamily="18" charset="0"/>
                <a:cs typeface="Times New Roman" panose="02020603050405020304" pitchFamily="18" charset="0"/>
              </a:rPr>
              <a:t>Submitted by :</a:t>
            </a:r>
          </a:p>
          <a:p>
            <a:pPr algn="ctr"/>
            <a:endParaRPr lang="en-US" sz="2000" dirty="0">
              <a:solidFill>
                <a:srgbClr val="000000"/>
              </a:solidFill>
              <a:latin typeface="Times New Roman" panose="02020603050405020304" pitchFamily="18" charset="0"/>
              <a:cs typeface="Times New Roman" panose="02020603050405020304" pitchFamily="18" charset="0"/>
            </a:endParaRPr>
          </a:p>
          <a:p>
            <a:pPr algn="ctr"/>
            <a:r>
              <a:rPr lang="en-US" sz="2000" dirty="0">
                <a:solidFill>
                  <a:srgbClr val="000000"/>
                </a:solidFill>
                <a:latin typeface="Times New Roman" panose="02020603050405020304" pitchFamily="18" charset="0"/>
                <a:cs typeface="Times New Roman" panose="02020603050405020304" pitchFamily="18" charset="0"/>
              </a:rPr>
              <a:t>Keerthan kumar k </a:t>
            </a:r>
            <a:r>
              <a:rPr lang="en-IN" sz="2000" dirty="0">
                <a:solidFill>
                  <a:srgbClr val="000000"/>
                </a:solidFill>
                <a:latin typeface="Times New Roman" panose="02020603050405020304" pitchFamily="18" charset="0"/>
                <a:cs typeface="Times New Roman" panose="02020603050405020304" pitchFamily="18" charset="0"/>
              </a:rPr>
              <a:t>             U01BH22S0111</a:t>
            </a:r>
          </a:p>
          <a:p>
            <a:pPr algn="ctr"/>
            <a:r>
              <a:rPr lang="en-IN" sz="2000" dirty="0">
                <a:solidFill>
                  <a:srgbClr val="000000"/>
                </a:solidFill>
                <a:latin typeface="Times New Roman" panose="02020603050405020304" pitchFamily="18" charset="0"/>
                <a:cs typeface="Times New Roman" panose="02020603050405020304" pitchFamily="18" charset="0"/>
              </a:rPr>
              <a:t>Nitish kumar s                    U01BH22S0035</a:t>
            </a:r>
          </a:p>
          <a:p>
            <a:pPr algn="ctr"/>
            <a:r>
              <a:rPr lang="en-IN" sz="2000" dirty="0">
                <a:solidFill>
                  <a:srgbClr val="000000"/>
                </a:solidFill>
                <a:latin typeface="Times New Roman" panose="02020603050405020304" pitchFamily="18" charset="0"/>
                <a:cs typeface="Times New Roman" panose="02020603050405020304" pitchFamily="18" charset="0"/>
              </a:rPr>
              <a:t>Mohammed saif </a:t>
            </a:r>
            <a:r>
              <a:rPr lang="en-IN" sz="2000" dirty="0" err="1">
                <a:solidFill>
                  <a:srgbClr val="000000"/>
                </a:solidFill>
                <a:latin typeface="Times New Roman" panose="02020603050405020304" pitchFamily="18" charset="0"/>
                <a:cs typeface="Times New Roman" panose="02020603050405020304" pitchFamily="18" charset="0"/>
              </a:rPr>
              <a:t>ramzi</a:t>
            </a:r>
            <a:r>
              <a:rPr lang="en-IN" sz="2000" dirty="0">
                <a:solidFill>
                  <a:srgbClr val="000000"/>
                </a:solidFill>
                <a:latin typeface="Times New Roman" panose="02020603050405020304" pitchFamily="18" charset="0"/>
                <a:cs typeface="Times New Roman" panose="02020603050405020304" pitchFamily="18" charset="0"/>
              </a:rPr>
              <a:t>       U01BH22S0271</a:t>
            </a:r>
            <a:endParaRPr lang="en-US" sz="2000" dirty="0">
              <a:solidFill>
                <a:srgbClr val="000000"/>
              </a:solidFill>
              <a:latin typeface="Times New Roman" panose="02020603050405020304" pitchFamily="18" charset="0"/>
              <a:cs typeface="Times New Roman" panose="02020603050405020304" pitchFamily="18" charset="0"/>
            </a:endParaRPr>
          </a:p>
        </p:txBody>
      </p:sp>
      <p:pic>
        <p:nvPicPr>
          <p:cNvPr id="7" name="Picture 2">
            <a:extLst>
              <a:ext uri="{FF2B5EF4-FFF2-40B4-BE49-F238E27FC236}">
                <a16:creationId xmlns:a16="http://schemas.microsoft.com/office/drawing/2014/main" id="{8D042D4A-3AF7-356E-FF59-8DB28E19E14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648932" y="495800"/>
            <a:ext cx="1404621" cy="152778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8DFD9302-EF6C-AFB1-B8F9-F0B4B71FD40B}"/>
              </a:ext>
            </a:extLst>
          </p:cNvPr>
          <p:cNvSpPr txBox="1"/>
          <p:nvPr/>
        </p:nvSpPr>
        <p:spPr>
          <a:xfrm>
            <a:off x="8067319" y="4408299"/>
            <a:ext cx="3704735" cy="1631216"/>
          </a:xfrm>
          <a:prstGeom prst="rect">
            <a:avLst/>
          </a:prstGeom>
          <a:noFill/>
        </p:spPr>
        <p:txBody>
          <a:bodyPr wrap="square">
            <a:spAutoFit/>
          </a:bodyPr>
          <a:lstStyle/>
          <a:p>
            <a:pPr algn="ctr"/>
            <a:r>
              <a:rPr lang="en-US" sz="2000" b="1" dirty="0">
                <a:solidFill>
                  <a:srgbClr val="000000"/>
                </a:solidFill>
                <a:latin typeface="Times New Roman" panose="02020603050405020304" pitchFamily="18" charset="0"/>
                <a:cs typeface="Times New Roman" panose="02020603050405020304" pitchFamily="18" charset="0"/>
              </a:rPr>
              <a:t>Under the Guidance of :</a:t>
            </a:r>
          </a:p>
          <a:p>
            <a:pPr algn="ctr"/>
            <a:endParaRPr lang="en-US" sz="2000" b="1" dirty="0">
              <a:solidFill>
                <a:srgbClr val="000000"/>
              </a:solidFill>
              <a:latin typeface="Times New Roman" panose="02020603050405020304" pitchFamily="18" charset="0"/>
              <a:cs typeface="Times New Roman" panose="02020603050405020304" pitchFamily="18" charset="0"/>
            </a:endParaRPr>
          </a:p>
          <a:p>
            <a:pPr algn="ctr"/>
            <a:r>
              <a:rPr lang="en-US" sz="2000" dirty="0">
                <a:solidFill>
                  <a:srgbClr val="000000"/>
                </a:solidFill>
                <a:latin typeface="Times New Roman" panose="02020603050405020304" pitchFamily="18" charset="0"/>
                <a:cs typeface="Times New Roman" panose="02020603050405020304" pitchFamily="18" charset="0"/>
              </a:rPr>
              <a:t>Ms. Megha A P</a:t>
            </a:r>
          </a:p>
          <a:p>
            <a:pPr algn="ctr"/>
            <a:r>
              <a:rPr lang="en-US" sz="2000" dirty="0">
                <a:solidFill>
                  <a:srgbClr val="000000"/>
                </a:solidFill>
                <a:latin typeface="Times New Roman" panose="02020603050405020304" pitchFamily="18" charset="0"/>
                <a:cs typeface="Times New Roman" panose="02020603050405020304" pitchFamily="18" charset="0"/>
              </a:rPr>
              <a:t>Assistant Professor</a:t>
            </a:r>
          </a:p>
          <a:p>
            <a:pPr algn="ctr"/>
            <a:r>
              <a:rPr lang="en-US" sz="2000" dirty="0">
                <a:solidFill>
                  <a:srgbClr val="000000"/>
                </a:solidFill>
                <a:latin typeface="Times New Roman" panose="02020603050405020304" pitchFamily="18" charset="0"/>
                <a:cs typeface="Times New Roman" panose="02020603050405020304" pitchFamily="18" charset="0"/>
              </a:rPr>
              <a:t>Dept. of BCA</a:t>
            </a:r>
          </a:p>
        </p:txBody>
      </p:sp>
      <p:sp>
        <p:nvSpPr>
          <p:cNvPr id="9" name="TextBox 8">
            <a:extLst>
              <a:ext uri="{FF2B5EF4-FFF2-40B4-BE49-F238E27FC236}">
                <a16:creationId xmlns:a16="http://schemas.microsoft.com/office/drawing/2014/main" id="{88342B22-5EC3-8CDA-0212-4A25D207E5A7}"/>
              </a:ext>
            </a:extLst>
          </p:cNvPr>
          <p:cNvSpPr txBox="1"/>
          <p:nvPr/>
        </p:nvSpPr>
        <p:spPr>
          <a:xfrm>
            <a:off x="5370653" y="2358873"/>
            <a:ext cx="1706680" cy="369332"/>
          </a:xfrm>
          <a:prstGeom prst="rect">
            <a:avLst/>
          </a:prstGeom>
          <a:noFill/>
        </p:spPr>
        <p:txBody>
          <a:bodyPr wrap="square" rtlCol="0">
            <a:spAutoFit/>
          </a:bodyPr>
          <a:lstStyle/>
          <a:p>
            <a:r>
              <a:rPr lang="en-US" dirty="0">
                <a:solidFill>
                  <a:srgbClr val="000000"/>
                </a:solidFill>
                <a:latin typeface="Times New Roman" panose="02020603050405020304" pitchFamily="18" charset="0"/>
                <a:cs typeface="Times New Roman" panose="02020603050405020304" pitchFamily="18" charset="0"/>
              </a:rPr>
              <a:t>Project title:</a:t>
            </a:r>
            <a:endParaRPr lang="en-IN"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930889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a:off x="499827" y="1581472"/>
            <a:ext cx="3389065" cy="1847528"/>
          </a:xfrm>
        </p:spPr>
        <p:txBody>
          <a:bodyPr wrap="square" anchor="b">
            <a:normAutofit/>
          </a:bodyPr>
          <a:lstStyle/>
          <a:p>
            <a:r>
              <a:rPr lang="en-US" sz="4000" dirty="0">
                <a:latin typeface="Times New Roman" panose="02020603050405020304" pitchFamily="18" charset="0"/>
                <a:cs typeface="Times New Roman" panose="02020603050405020304" pitchFamily="18" charset="0"/>
              </a:rPr>
              <a:t>Agenda</a:t>
            </a:r>
          </a:p>
        </p:txBody>
      </p:sp>
      <p:sp>
        <p:nvSpPr>
          <p:cNvPr id="3" name="Content Placeholder 2">
            <a:extLst>
              <a:ext uri="{FF2B5EF4-FFF2-40B4-BE49-F238E27FC236}">
                <a16:creationId xmlns:a16="http://schemas.microsoft.com/office/drawing/2014/main" id="{22788C46-D0BC-4307-AE55-7601A139E7CB}"/>
              </a:ext>
            </a:extLst>
          </p:cNvPr>
          <p:cNvSpPr>
            <a:spLocks noGrp="1"/>
          </p:cNvSpPr>
          <p:nvPr>
            <p:ph sz="quarter" idx="15"/>
          </p:nvPr>
        </p:nvSpPr>
        <p:spPr>
          <a:xfrm>
            <a:off x="5986227" y="795485"/>
            <a:ext cx="3389065" cy="5452915"/>
          </a:xfrm>
        </p:spPr>
        <p:txBody>
          <a:bodyPr>
            <a:normAutofit/>
          </a:bodyPr>
          <a:lstStyle/>
          <a:p>
            <a:r>
              <a:rPr lang="en-US" dirty="0">
                <a:solidFill>
                  <a:schemeClr val="tx1"/>
                </a:solidFill>
              </a:rPr>
              <a:t>Abstract</a:t>
            </a:r>
          </a:p>
          <a:p>
            <a:r>
              <a:rPr lang="en-US" dirty="0">
                <a:solidFill>
                  <a:schemeClr val="tx1"/>
                </a:solidFill>
              </a:rPr>
              <a:t>Introduction</a:t>
            </a:r>
          </a:p>
          <a:p>
            <a:r>
              <a:rPr lang="en-US" dirty="0">
                <a:solidFill>
                  <a:schemeClr val="tx1"/>
                </a:solidFill>
              </a:rPr>
              <a:t>Existing system </a:t>
            </a:r>
          </a:p>
          <a:p>
            <a:r>
              <a:rPr lang="en-US" dirty="0">
                <a:solidFill>
                  <a:schemeClr val="tx1"/>
                </a:solidFill>
              </a:rPr>
              <a:t>Proposed system </a:t>
            </a:r>
          </a:p>
          <a:p>
            <a:r>
              <a:rPr lang="en-US" dirty="0">
                <a:solidFill>
                  <a:schemeClr val="tx1"/>
                </a:solidFill>
              </a:rPr>
              <a:t>Technology stack</a:t>
            </a:r>
          </a:p>
          <a:p>
            <a:r>
              <a:rPr lang="en-US" dirty="0">
                <a:solidFill>
                  <a:schemeClr val="tx1"/>
                </a:solidFill>
              </a:rPr>
              <a:t>Conclusion</a:t>
            </a:r>
          </a:p>
          <a:p>
            <a:r>
              <a:rPr lang="en-US" dirty="0">
                <a:solidFill>
                  <a:schemeClr val="tx1"/>
                </a:solidFill>
              </a:rPr>
              <a:t>Future Enhancements</a:t>
            </a:r>
          </a:p>
          <a:p>
            <a:r>
              <a:rPr lang="en-US" dirty="0">
                <a:solidFill>
                  <a:schemeClr val="tx1"/>
                </a:solidFill>
              </a:rPr>
              <a:t>Bibliography</a:t>
            </a:r>
          </a:p>
          <a:p>
            <a:r>
              <a:rPr lang="en-US" dirty="0">
                <a:solidFill>
                  <a:schemeClr val="tx1"/>
                </a:solidFill>
              </a:rPr>
              <a:t>Result</a:t>
            </a:r>
          </a:p>
          <a:p>
            <a:endParaRPr lang="en-US" dirty="0"/>
          </a:p>
          <a:p>
            <a:endParaRPr lang="en-US" dirty="0"/>
          </a:p>
        </p:txBody>
      </p:sp>
    </p:spTree>
    <p:extLst>
      <p:ext uri="{BB962C8B-B14F-4D97-AF65-F5344CB8AC3E}">
        <p14:creationId xmlns:p14="http://schemas.microsoft.com/office/powerpoint/2010/main" val="132560859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3D291F2-4F3B-9988-830C-3A03B6B27807}"/>
              </a:ext>
            </a:extLst>
          </p:cNvPr>
          <p:cNvSpPr>
            <a:spLocks noGrp="1"/>
          </p:cNvSpPr>
          <p:nvPr>
            <p:ph type="title"/>
          </p:nvPr>
        </p:nvSpPr>
        <p:spPr/>
        <p:txBody>
          <a:bodyPr>
            <a:normAutofit/>
          </a:bodyPr>
          <a:lstStyle/>
          <a:p>
            <a:r>
              <a:rPr lang="en-US" dirty="0"/>
              <a:t>Abstract</a:t>
            </a:r>
          </a:p>
        </p:txBody>
      </p:sp>
      <p:sp>
        <p:nvSpPr>
          <p:cNvPr id="2" name="Content Placeholder 1">
            <a:extLst>
              <a:ext uri="{FF2B5EF4-FFF2-40B4-BE49-F238E27FC236}">
                <a16:creationId xmlns:a16="http://schemas.microsoft.com/office/drawing/2014/main" id="{C3957EAB-1A32-A2FE-6656-37F9DA322CC7}"/>
              </a:ext>
            </a:extLst>
          </p:cNvPr>
          <p:cNvSpPr>
            <a:spLocks noGrp="1"/>
          </p:cNvSpPr>
          <p:nvPr>
            <p:ph idx="10"/>
          </p:nvPr>
        </p:nvSpPr>
        <p:spPr>
          <a:xfrm>
            <a:off x="1066003" y="1976812"/>
            <a:ext cx="8652793" cy="4232218"/>
          </a:xfrm>
        </p:spPr>
        <p:txBody>
          <a:bodyPr>
            <a:normAutofit/>
          </a:bodyPr>
          <a:lstStyle/>
          <a:p>
            <a:pPr marL="0" marR="0" algn="just">
              <a:lnSpc>
                <a:spcPct val="150000"/>
              </a:lnSpc>
              <a:spcAft>
                <a:spcPts val="1200"/>
              </a:spcAft>
              <a:buClr>
                <a:schemeClr val="tx1">
                  <a:lumMod val="95000"/>
                  <a:lumOff val="5000"/>
                </a:schemeClr>
              </a:buClr>
            </a:pPr>
            <a:r>
              <a:rPr lang="en-IN" sz="1800" dirty="0">
                <a:solidFill>
                  <a:srgbClr val="000000"/>
                </a:solidFill>
                <a:effectLst/>
                <a:latin typeface="Times New Roman" panose="02020603050405020304" pitchFamily="18" charset="0"/>
                <a:ea typeface="Calibri" panose="020F0502020204030204" pitchFamily="34" charset="0"/>
              </a:rPr>
              <a:t>Fitness Pro provides a practical, real-world solution to everyday fitness challenges.</a:t>
            </a:r>
          </a:p>
          <a:p>
            <a:pPr marL="0" marR="0" algn="just">
              <a:lnSpc>
                <a:spcPct val="150000"/>
              </a:lnSpc>
              <a:spcAft>
                <a:spcPts val="1200"/>
              </a:spcAft>
              <a:buClr>
                <a:schemeClr val="tx1">
                  <a:lumMod val="95000"/>
                  <a:lumOff val="5000"/>
                </a:schemeClr>
              </a:buClr>
            </a:pPr>
            <a:r>
              <a:rPr lang="en-IN" sz="1800" dirty="0">
                <a:solidFill>
                  <a:srgbClr val="000000"/>
                </a:solidFill>
                <a:effectLst/>
                <a:latin typeface="Times New Roman" panose="02020603050405020304" pitchFamily="18" charset="0"/>
                <a:ea typeface="Calibri" panose="020F0502020204030204" pitchFamily="34" charset="0"/>
              </a:rPr>
              <a:t> The system promotes long-term engagement by tailoring the user experience based on personal goals.</a:t>
            </a:r>
          </a:p>
          <a:p>
            <a:pPr marL="0" marR="0" algn="just">
              <a:lnSpc>
                <a:spcPct val="150000"/>
              </a:lnSpc>
              <a:spcAft>
                <a:spcPts val="1200"/>
              </a:spcAft>
              <a:buClr>
                <a:schemeClr val="tx1">
                  <a:lumMod val="95000"/>
                  <a:lumOff val="5000"/>
                </a:schemeClr>
              </a:buClr>
            </a:pPr>
            <a:r>
              <a:rPr lang="en-IN" sz="1800" dirty="0">
                <a:solidFill>
                  <a:srgbClr val="000000"/>
                </a:solidFill>
                <a:effectLst/>
                <a:latin typeface="Times New Roman" panose="02020603050405020304" pitchFamily="18" charset="0"/>
                <a:ea typeface="Calibri" panose="020F0502020204030204" pitchFamily="34" charset="0"/>
              </a:rPr>
              <a:t>The primary objective of this system is to provide users with a platform where they can register/login, set fitness goals, book professional trainers, and submit reviews.</a:t>
            </a:r>
          </a:p>
          <a:p>
            <a:pPr marL="0" algn="just">
              <a:lnSpc>
                <a:spcPct val="150000"/>
              </a:lnSpc>
              <a:spcAft>
                <a:spcPts val="1200"/>
              </a:spcAft>
              <a:buClr>
                <a:schemeClr val="tx1">
                  <a:lumMod val="95000"/>
                  <a:lumOff val="5000"/>
                </a:schemeClr>
              </a:buClr>
            </a:pPr>
            <a:r>
              <a:rPr lang="en-IN" sz="1800" dirty="0">
                <a:solidFill>
                  <a:srgbClr val="000000"/>
                </a:solidFill>
                <a:effectLst/>
                <a:latin typeface="Times New Roman" panose="02020603050405020304" pitchFamily="18" charset="0"/>
                <a:ea typeface="Calibri" panose="020F0502020204030204" pitchFamily="34" charset="0"/>
              </a:rPr>
              <a:t>The technologies and features combined together aim to build a reliable, effective, and interactive environment for fitness enthusiasts.. </a:t>
            </a:r>
            <a:endParaRPr lang="en-IN" sz="1800" dirty="0">
              <a:effectLst/>
              <a:latin typeface="Times New Roman" panose="02020603050405020304" pitchFamily="18" charset="0"/>
              <a:ea typeface="Calibri" panose="020F0502020204030204" pitchFamily="34" charset="0"/>
            </a:endParaRPr>
          </a:p>
          <a:p>
            <a:pPr marL="0" marR="0" algn="just">
              <a:lnSpc>
                <a:spcPct val="150000"/>
              </a:lnSpc>
              <a:spcAft>
                <a:spcPts val="1200"/>
              </a:spcAft>
              <a:buClr>
                <a:schemeClr val="tx1">
                  <a:lumMod val="95000"/>
                  <a:lumOff val="5000"/>
                </a:schemeClr>
              </a:buClr>
            </a:pPr>
            <a:endParaRPr lang="en-IN" sz="1800" dirty="0">
              <a:effectLst/>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194486755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AF8BD-B3F2-C562-37E5-C6FD4F3F8DA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01AC0E3-28E6-B94C-62DA-4E6AAAA0DEA2}"/>
              </a:ext>
            </a:extLst>
          </p:cNvPr>
          <p:cNvSpPr>
            <a:spLocks noGrp="1"/>
          </p:cNvSpPr>
          <p:nvPr>
            <p:ph type="title"/>
          </p:nvPr>
        </p:nvSpPr>
        <p:spPr/>
        <p:txBody>
          <a:bodyPr>
            <a:normAutofit/>
          </a:bodyPr>
          <a:lstStyle/>
          <a:p>
            <a:r>
              <a:rPr lang="en-US" dirty="0"/>
              <a:t>Introduction </a:t>
            </a:r>
          </a:p>
        </p:txBody>
      </p:sp>
      <p:sp>
        <p:nvSpPr>
          <p:cNvPr id="7" name="TextBox 6">
            <a:extLst>
              <a:ext uri="{FF2B5EF4-FFF2-40B4-BE49-F238E27FC236}">
                <a16:creationId xmlns:a16="http://schemas.microsoft.com/office/drawing/2014/main" id="{3E465158-825E-E049-AC89-CC7F86F79F7A}"/>
              </a:ext>
            </a:extLst>
          </p:cNvPr>
          <p:cNvSpPr txBox="1"/>
          <p:nvPr/>
        </p:nvSpPr>
        <p:spPr>
          <a:xfrm>
            <a:off x="568162" y="1853476"/>
            <a:ext cx="9104157" cy="369332"/>
          </a:xfrm>
          <a:prstGeom prst="rect">
            <a:avLst/>
          </a:prstGeom>
          <a:noFill/>
        </p:spPr>
        <p:txBody>
          <a:bodyPr wrap="square">
            <a:spAutoFit/>
          </a:bodyPr>
          <a:lstStyle/>
          <a:p>
            <a:pPr marL="285750" indent="-285750" algn="just">
              <a:buFont typeface="Arial" panose="020B0604020202020204" pitchFamily="34" charset="0"/>
              <a:buChar char="•"/>
            </a:pPr>
            <a:endParaRPr lang="en-US" sz="1800" dirty="0">
              <a:solidFill>
                <a:srgbClr val="00000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98DDDED3-4EAD-4E50-4F7C-2CA046F62A22}"/>
              </a:ext>
            </a:extLst>
          </p:cNvPr>
          <p:cNvSpPr txBox="1"/>
          <p:nvPr/>
        </p:nvSpPr>
        <p:spPr>
          <a:xfrm>
            <a:off x="873760" y="1853476"/>
            <a:ext cx="8961120" cy="4813112"/>
          </a:xfrm>
          <a:prstGeom prst="rect">
            <a:avLst/>
          </a:prstGeom>
          <a:noFill/>
        </p:spPr>
        <p:txBody>
          <a:bodyPr wrap="square">
            <a:spAutoFit/>
          </a:bodyPr>
          <a:lstStyle/>
          <a:p>
            <a:pPr marL="285750" marR="0" indent="-285750" algn="just">
              <a:lnSpc>
                <a:spcPct val="150000"/>
              </a:lnSpc>
              <a:spcAft>
                <a:spcPts val="1200"/>
              </a:spcAft>
              <a:buFont typeface="Arial" panose="020B0604020202020204" pitchFamily="34" charset="0"/>
              <a:buChar char="•"/>
            </a:pPr>
            <a:r>
              <a:rPr lang="en-US" sz="1800" dirty="0">
                <a:solidFill>
                  <a:srgbClr val="000000"/>
                </a:solidFill>
                <a:latin typeface="Times New Roman" panose="02020603050405020304" pitchFamily="18" charset="0"/>
                <a:cs typeface="Times New Roman" panose="02020603050405020304" pitchFamily="18" charset="0"/>
              </a:rPr>
              <a:t>The Fitness Management System is a full-stack web application designed to streamline user fitness tracking and trainer interaction</a:t>
            </a:r>
          </a:p>
          <a:p>
            <a:pPr marL="285750" marR="0" indent="-285750" algn="just">
              <a:lnSpc>
                <a:spcPct val="150000"/>
              </a:lnSpc>
              <a:spcAft>
                <a:spcPts val="1200"/>
              </a:spcAft>
              <a:buFont typeface="Arial" panose="020B0604020202020204" pitchFamily="34" charset="0"/>
              <a:buChar char="•"/>
            </a:pPr>
            <a:r>
              <a:rPr lang="en-IN" sz="1800" dirty="0">
                <a:effectLst/>
                <a:latin typeface="Times New Roman" panose="02020603050405020304" pitchFamily="18" charset="0"/>
                <a:ea typeface="Calibri" panose="020F0502020204030204" pitchFamily="34" charset="0"/>
              </a:rPr>
              <a:t>In today’s health-conscious world, maintaining fitness and tracking personal health goals have become essential parts of daily life. </a:t>
            </a:r>
          </a:p>
          <a:p>
            <a:pPr marL="285750" marR="0" indent="-285750" algn="just">
              <a:lnSpc>
                <a:spcPct val="150000"/>
              </a:lnSpc>
              <a:spcAft>
                <a:spcPts val="1200"/>
              </a:spcAft>
              <a:buFont typeface="Arial" panose="020B0604020202020204" pitchFamily="34" charset="0"/>
              <a:buChar char="•"/>
            </a:pPr>
            <a:r>
              <a:rPr lang="en-IN" sz="1800" dirty="0">
                <a:solidFill>
                  <a:srgbClr val="000000"/>
                </a:solidFill>
                <a:effectLst/>
                <a:latin typeface="Times New Roman" panose="02020603050405020304" pitchFamily="18" charset="0"/>
                <a:ea typeface="Calibri" panose="020F0502020204030204" pitchFamily="34" charset="0"/>
              </a:rPr>
              <a:t>The Fitness Pro project integrates various technologies and modules such as trainer booking, goal-based progress tracking, and rating systems to enhance user motivation and accountability.</a:t>
            </a:r>
          </a:p>
          <a:p>
            <a:pPr marL="285750" marR="0" indent="-285750" algn="just">
              <a:lnSpc>
                <a:spcPct val="150000"/>
              </a:lnSpc>
              <a:spcAft>
                <a:spcPts val="1200"/>
              </a:spcAft>
              <a:buFont typeface="Arial" panose="020B0604020202020204" pitchFamily="34" charset="0"/>
              <a:buChar char="•"/>
            </a:pPr>
            <a:r>
              <a:rPr lang="en-IN" sz="1800" dirty="0">
                <a:solidFill>
                  <a:srgbClr val="000000"/>
                </a:solidFill>
                <a:effectLst/>
                <a:latin typeface="Times New Roman" panose="02020603050405020304" pitchFamily="18" charset="0"/>
                <a:ea typeface="Calibri" panose="020F0502020204030204" pitchFamily="34" charset="0"/>
              </a:rPr>
              <a:t>Trainers can manage bookings and respond to user requests, while administrators can monitor system-wide activities. </a:t>
            </a:r>
            <a:endParaRPr lang="en-IN" sz="1800" dirty="0">
              <a:effectLst/>
              <a:latin typeface="Times New Roman" panose="02020603050405020304" pitchFamily="18" charset="0"/>
              <a:ea typeface="Calibri" panose="020F0502020204030204" pitchFamily="34" charset="0"/>
            </a:endParaRPr>
          </a:p>
          <a:p>
            <a:pPr marL="285750" marR="0" indent="-285750" algn="just">
              <a:lnSpc>
                <a:spcPct val="150000"/>
              </a:lnSpc>
              <a:spcAft>
                <a:spcPts val="1200"/>
              </a:spcAft>
              <a:buFont typeface="Arial" panose="020B0604020202020204" pitchFamily="34" charset="0"/>
              <a:buChar char="•"/>
            </a:pPr>
            <a:endParaRPr lang="en-IN" sz="1800" dirty="0">
              <a:effectLst/>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28335023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34568-CABB-2023-42C9-2C437CC1D21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BB63141-8466-3968-25B6-1A3499D7BEF5}"/>
              </a:ext>
            </a:extLst>
          </p:cNvPr>
          <p:cNvSpPr txBox="1"/>
          <p:nvPr/>
        </p:nvSpPr>
        <p:spPr>
          <a:xfrm>
            <a:off x="568162" y="1853476"/>
            <a:ext cx="9104157" cy="369332"/>
          </a:xfrm>
          <a:prstGeom prst="rect">
            <a:avLst/>
          </a:prstGeom>
          <a:noFill/>
        </p:spPr>
        <p:txBody>
          <a:bodyPr wrap="square">
            <a:spAutoFit/>
          </a:bodyPr>
          <a:lstStyle/>
          <a:p>
            <a:pPr marL="285750" indent="-285750" algn="just">
              <a:buFont typeface="Arial" panose="020B0604020202020204" pitchFamily="34" charset="0"/>
              <a:buChar char="•"/>
            </a:pPr>
            <a:endParaRPr lang="en-US" sz="1800" dirty="0">
              <a:solidFill>
                <a:srgbClr val="00000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4D1F0E5F-7737-279A-127E-45C0791455A4}"/>
              </a:ext>
            </a:extLst>
          </p:cNvPr>
          <p:cNvSpPr txBox="1"/>
          <p:nvPr/>
        </p:nvSpPr>
        <p:spPr>
          <a:xfrm>
            <a:off x="639680" y="695236"/>
            <a:ext cx="8961120" cy="5654368"/>
          </a:xfrm>
          <a:prstGeom prst="rect">
            <a:avLst/>
          </a:prstGeom>
          <a:noFill/>
        </p:spPr>
        <p:txBody>
          <a:bodyPr wrap="square">
            <a:spAutoFit/>
          </a:bodyPr>
          <a:lstStyle/>
          <a:p>
            <a:pPr marL="0" marR="0" algn="just">
              <a:lnSpc>
                <a:spcPct val="150000"/>
              </a:lnSpc>
              <a:spcBef>
                <a:spcPts val="1000"/>
              </a:spcBef>
              <a:spcAft>
                <a:spcPts val="800"/>
              </a:spcAft>
            </a:pPr>
            <a:r>
              <a:rPr lang="en-IN" sz="2000" b="1" dirty="0">
                <a:effectLst/>
                <a:latin typeface="Times New Roman" panose="02020603050405020304" pitchFamily="18" charset="0"/>
                <a:ea typeface="Calibri" panose="020F0502020204030204" pitchFamily="34" charset="0"/>
              </a:rPr>
              <a:t>The core objectives of the system include:</a:t>
            </a:r>
          </a:p>
          <a:p>
            <a:pPr marL="285750" marR="0" lvl="0" indent="-285750" algn="just">
              <a:lnSpc>
                <a:spcPct val="150000"/>
              </a:lnSpc>
              <a:spcBef>
                <a:spcPts val="1000"/>
              </a:spcBef>
              <a:spcAft>
                <a:spcPts val="800"/>
              </a:spcAft>
              <a:buFont typeface="Arial" panose="020B0604020202020204" pitchFamily="34" charset="0"/>
              <a:buChar char="•"/>
            </a:pPr>
            <a:r>
              <a:rPr lang="en-IN" sz="1800" dirty="0">
                <a:effectLst/>
                <a:latin typeface="Times New Roman" panose="02020603050405020304" pitchFamily="18" charset="0"/>
                <a:ea typeface="Calibri" panose="020F0502020204030204" pitchFamily="34" charset="0"/>
              </a:rPr>
              <a:t>User Authentication.</a:t>
            </a:r>
          </a:p>
          <a:p>
            <a:pPr marL="285750" marR="0" indent="-285750" algn="just">
              <a:lnSpc>
                <a:spcPct val="150000"/>
              </a:lnSpc>
              <a:spcAft>
                <a:spcPts val="1200"/>
              </a:spcAft>
              <a:buFont typeface="Arial" panose="020B0604020202020204" pitchFamily="34" charset="0"/>
              <a:buChar char="•"/>
            </a:pPr>
            <a:r>
              <a:rPr lang="en-IN" sz="1800" dirty="0">
                <a:effectLst/>
                <a:latin typeface="Times New Roman" panose="02020603050405020304" pitchFamily="18" charset="0"/>
                <a:ea typeface="Calibri" panose="020F0502020204030204" pitchFamily="34" charset="0"/>
              </a:rPr>
              <a:t>Trainer Booking System</a:t>
            </a:r>
            <a:r>
              <a:rPr lang="en-IN" dirty="0">
                <a:solidFill>
                  <a:srgbClr val="000000"/>
                </a:solidFill>
                <a:latin typeface="Times New Roman" panose="02020603050405020304" pitchFamily="18" charset="0"/>
                <a:ea typeface="Calibri" panose="020F0502020204030204" pitchFamily="34" charset="0"/>
              </a:rPr>
              <a:t>.</a:t>
            </a:r>
          </a:p>
          <a:p>
            <a:pPr marL="285750" marR="0" indent="-285750" algn="just">
              <a:lnSpc>
                <a:spcPct val="150000"/>
              </a:lnSpc>
              <a:spcAft>
                <a:spcPts val="1200"/>
              </a:spcAft>
              <a:buFont typeface="Arial" panose="020B0604020202020204" pitchFamily="34" charset="0"/>
              <a:buChar char="•"/>
            </a:pPr>
            <a:r>
              <a:rPr lang="en-IN" sz="1800" dirty="0">
                <a:effectLst/>
                <a:latin typeface="Times New Roman" panose="02020603050405020304" pitchFamily="18" charset="0"/>
                <a:ea typeface="Calibri" panose="020F0502020204030204" pitchFamily="34" charset="0"/>
              </a:rPr>
              <a:t>Goal Setting and Progress Tracking.</a:t>
            </a:r>
          </a:p>
          <a:p>
            <a:pPr marL="285750" marR="0" indent="-285750" algn="just">
              <a:lnSpc>
                <a:spcPct val="150000"/>
              </a:lnSpc>
              <a:spcAft>
                <a:spcPts val="1200"/>
              </a:spcAft>
              <a:buFont typeface="Arial" panose="020B0604020202020204" pitchFamily="34" charset="0"/>
              <a:buChar char="•"/>
            </a:pPr>
            <a:r>
              <a:rPr lang="en-IN" sz="1800" dirty="0">
                <a:effectLst/>
                <a:latin typeface="Times New Roman" panose="02020603050405020304" pitchFamily="18" charset="0"/>
                <a:ea typeface="Calibri" panose="020F0502020204030204" pitchFamily="34" charset="0"/>
              </a:rPr>
              <a:t>Trainer Reviews and Ratings.</a:t>
            </a:r>
          </a:p>
          <a:p>
            <a:pPr marL="285750" marR="0" indent="-285750" algn="just">
              <a:lnSpc>
                <a:spcPct val="150000"/>
              </a:lnSpc>
              <a:spcAft>
                <a:spcPts val="1200"/>
              </a:spcAft>
              <a:buFont typeface="Arial" panose="020B0604020202020204" pitchFamily="34" charset="0"/>
              <a:buChar char="•"/>
            </a:pPr>
            <a:r>
              <a:rPr lang="en-IN" sz="1800" dirty="0">
                <a:effectLst/>
                <a:latin typeface="Times New Roman" panose="02020603050405020304" pitchFamily="18" charset="0"/>
                <a:ea typeface="Calibri" panose="020F0502020204030204" pitchFamily="34" charset="0"/>
              </a:rPr>
              <a:t>Security and Data Privacy.</a:t>
            </a:r>
          </a:p>
          <a:p>
            <a:pPr marL="285750" indent="-285750" algn="just">
              <a:lnSpc>
                <a:spcPct val="150000"/>
              </a:lnSpc>
              <a:spcAft>
                <a:spcPts val="1200"/>
              </a:spcAft>
              <a:buFont typeface="Arial" panose="020B0604020202020204" pitchFamily="34" charset="0"/>
              <a:buChar char="•"/>
            </a:pPr>
            <a:r>
              <a:rPr lang="en-US" sz="1800" dirty="0">
                <a:solidFill>
                  <a:srgbClr val="000000"/>
                </a:solidFill>
                <a:latin typeface="Times New Roman" panose="02020603050405020304" pitchFamily="18" charset="0"/>
                <a:cs typeface="Times New Roman" panose="02020603050405020304" pitchFamily="18" charset="0"/>
              </a:rPr>
              <a:t>Store and manage user profiles and goals.</a:t>
            </a:r>
          </a:p>
          <a:p>
            <a:pPr marL="285750" indent="-285750" algn="just">
              <a:lnSpc>
                <a:spcPct val="150000"/>
              </a:lnSpc>
              <a:spcAft>
                <a:spcPts val="1200"/>
              </a:spcAft>
              <a:buFont typeface="Arial" panose="020B0604020202020204" pitchFamily="34" charset="0"/>
              <a:buChar char="•"/>
            </a:pPr>
            <a:r>
              <a:rPr lang="en-US" sz="1800" dirty="0">
                <a:solidFill>
                  <a:srgbClr val="000000"/>
                </a:solidFill>
                <a:latin typeface="Times New Roman" panose="02020603050405020304" pitchFamily="18" charset="0"/>
                <a:cs typeface="Times New Roman" panose="02020603050405020304" pitchFamily="18" charset="0"/>
              </a:rPr>
              <a:t>Simplifies user journey from registration to personalized training</a:t>
            </a:r>
          </a:p>
          <a:p>
            <a:pPr marL="285750" indent="-285750" algn="just">
              <a:lnSpc>
                <a:spcPct val="150000"/>
              </a:lnSpc>
              <a:spcAft>
                <a:spcPts val="1200"/>
              </a:spcAft>
              <a:buFont typeface="Arial" panose="020B0604020202020204" pitchFamily="34" charset="0"/>
              <a:buChar char="•"/>
            </a:pPr>
            <a:endParaRPr lang="en-US" sz="1800" dirty="0">
              <a:solidFill>
                <a:srgbClr val="000000"/>
              </a:solidFill>
              <a:latin typeface="Times New Roman" panose="02020603050405020304" pitchFamily="18" charset="0"/>
              <a:cs typeface="Times New Roman" panose="02020603050405020304" pitchFamily="18" charset="0"/>
            </a:endParaRPr>
          </a:p>
          <a:p>
            <a:pPr marL="285750" marR="0" indent="-285750" algn="just">
              <a:lnSpc>
                <a:spcPct val="150000"/>
              </a:lnSpc>
              <a:spcAft>
                <a:spcPts val="1200"/>
              </a:spcAft>
              <a:buFont typeface="Arial" panose="020B0604020202020204" pitchFamily="34" charset="0"/>
              <a:buChar char="•"/>
            </a:pPr>
            <a:endParaRPr lang="en-IN" sz="1800" dirty="0">
              <a:effectLst/>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181910541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FD640-564D-8919-019A-79652FDDBF2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CF7B114-FD0C-A2F5-E8D6-E60DF9805E88}"/>
              </a:ext>
            </a:extLst>
          </p:cNvPr>
          <p:cNvSpPr txBox="1"/>
          <p:nvPr/>
        </p:nvSpPr>
        <p:spPr>
          <a:xfrm>
            <a:off x="568162" y="1853476"/>
            <a:ext cx="9104157" cy="369332"/>
          </a:xfrm>
          <a:prstGeom prst="rect">
            <a:avLst/>
          </a:prstGeom>
          <a:noFill/>
        </p:spPr>
        <p:txBody>
          <a:bodyPr wrap="square">
            <a:spAutoFit/>
          </a:bodyPr>
          <a:lstStyle/>
          <a:p>
            <a:pPr marL="285750" indent="-285750" algn="just">
              <a:buFont typeface="Arial" panose="020B0604020202020204" pitchFamily="34" charset="0"/>
              <a:buChar char="•"/>
            </a:pPr>
            <a:endParaRPr lang="en-US" sz="1800" dirty="0">
              <a:solidFill>
                <a:srgbClr val="00000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D725BB86-1078-9C63-D8A2-0D2CF5FA7657}"/>
              </a:ext>
            </a:extLst>
          </p:cNvPr>
          <p:cNvSpPr txBox="1"/>
          <p:nvPr/>
        </p:nvSpPr>
        <p:spPr>
          <a:xfrm>
            <a:off x="711199" y="2076550"/>
            <a:ext cx="8961120" cy="1704569"/>
          </a:xfrm>
          <a:prstGeom prst="rect">
            <a:avLst/>
          </a:prstGeom>
          <a:noFill/>
        </p:spPr>
        <p:txBody>
          <a:bodyPr wrap="square">
            <a:spAutoFit/>
          </a:bodyPr>
          <a:lstStyle/>
          <a:p>
            <a:pPr marL="0" marR="0" algn="just">
              <a:lnSpc>
                <a:spcPct val="150000"/>
              </a:lnSpc>
              <a:spcBef>
                <a:spcPts val="600"/>
              </a:spcBef>
              <a:spcAft>
                <a:spcPts val="600"/>
              </a:spcAft>
            </a:pPr>
            <a:r>
              <a:rPr lang="en-IN" sz="1800" dirty="0">
                <a:effectLst/>
                <a:latin typeface="Times New Roman" panose="02020603050405020304" pitchFamily="18" charset="0"/>
                <a:ea typeface="Calibri" panose="020F0502020204030204" pitchFamily="34" charset="0"/>
              </a:rPr>
              <a:t>In recent years, the rise of digital fitness solutions has significantly transformed the way individuals engage with fitness. Numerous fitness platforms are available, each offering various features aimed at improving physical health, fitness, and wellness. The most popular platforms focus on tracking workouts, offering workout plans, providing dietary recommendations.</a:t>
            </a:r>
          </a:p>
        </p:txBody>
      </p:sp>
      <p:sp>
        <p:nvSpPr>
          <p:cNvPr id="2" name="Title 2">
            <a:extLst>
              <a:ext uri="{FF2B5EF4-FFF2-40B4-BE49-F238E27FC236}">
                <a16:creationId xmlns:a16="http://schemas.microsoft.com/office/drawing/2014/main" id="{A51FE6E5-0E2A-A767-EAFF-AC81F2FFE4AB}"/>
              </a:ext>
            </a:extLst>
          </p:cNvPr>
          <p:cNvSpPr>
            <a:spLocks noGrp="1"/>
          </p:cNvSpPr>
          <p:nvPr>
            <p:ph type="title"/>
          </p:nvPr>
        </p:nvSpPr>
        <p:spPr>
          <a:xfrm>
            <a:off x="568163" y="400049"/>
            <a:ext cx="8647721" cy="1185045"/>
          </a:xfrm>
        </p:spPr>
        <p:txBody>
          <a:bodyPr>
            <a:normAutofit/>
          </a:bodyPr>
          <a:lstStyle/>
          <a:p>
            <a:r>
              <a:rPr lang="en-US" dirty="0"/>
              <a:t>Existing system </a:t>
            </a:r>
          </a:p>
        </p:txBody>
      </p:sp>
    </p:spTree>
    <p:extLst>
      <p:ext uri="{BB962C8B-B14F-4D97-AF65-F5344CB8AC3E}">
        <p14:creationId xmlns:p14="http://schemas.microsoft.com/office/powerpoint/2010/main" val="230355758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2F28D-665A-72DC-FE5E-700CC525BAC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335F792-3AF3-6EB3-A8C0-BF55E3EC5D3D}"/>
              </a:ext>
            </a:extLst>
          </p:cNvPr>
          <p:cNvSpPr txBox="1"/>
          <p:nvPr/>
        </p:nvSpPr>
        <p:spPr>
          <a:xfrm>
            <a:off x="720562" y="898436"/>
            <a:ext cx="9104157" cy="4401205"/>
          </a:xfrm>
          <a:prstGeom prst="rect">
            <a:avLst/>
          </a:prstGeom>
          <a:noFill/>
        </p:spPr>
        <p:txBody>
          <a:bodyPr wrap="square">
            <a:spAutoFit/>
          </a:bodyPr>
          <a:lstStyle/>
          <a:p>
            <a:pPr algn="just"/>
            <a:r>
              <a:rPr lang="en-US" sz="2000" b="1" dirty="0">
                <a:solidFill>
                  <a:srgbClr val="000000"/>
                </a:solidFill>
                <a:latin typeface="Times New Roman" panose="02020603050405020304" pitchFamily="18" charset="0"/>
                <a:cs typeface="Times New Roman" panose="02020603050405020304" pitchFamily="18" charset="0"/>
              </a:rPr>
              <a:t>Some prominent fitness platforms include :</a:t>
            </a:r>
          </a:p>
          <a:p>
            <a:pPr algn="just"/>
            <a:endParaRPr lang="en-US" sz="2000" dirty="0">
              <a:solidFill>
                <a:srgbClr val="00000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1800" b="1" dirty="0">
                <a:effectLst/>
                <a:latin typeface="Times New Roman" panose="02020603050405020304" pitchFamily="18" charset="0"/>
                <a:ea typeface="Calibri" panose="020F0502020204030204" pitchFamily="34" charset="0"/>
              </a:rPr>
              <a:t>Strava</a:t>
            </a:r>
            <a:r>
              <a:rPr lang="en-IN" sz="1800" dirty="0">
                <a:effectLst/>
                <a:latin typeface="Times New Roman" panose="02020603050405020304" pitchFamily="18" charset="0"/>
                <a:ea typeface="Calibri" panose="020F0502020204030204" pitchFamily="34" charset="0"/>
              </a:rPr>
              <a:t>: </a:t>
            </a:r>
          </a:p>
          <a:p>
            <a:pPr lvl="1" algn="just"/>
            <a:r>
              <a:rPr lang="en-IN" dirty="0">
                <a:effectLst/>
                <a:latin typeface="Times New Roman" panose="02020603050405020304" pitchFamily="18" charset="0"/>
                <a:ea typeface="Calibri" panose="020F0502020204030204" pitchFamily="34" charset="0"/>
              </a:rPr>
              <a:t>Primarily used by cyclists and runners, Strava tracks activity, monitors performance 	over time, and allows users to compare their progress with others.</a:t>
            </a:r>
          </a:p>
          <a:p>
            <a:pPr lvl="1" algn="just"/>
            <a:endParaRPr lang="en-IN" dirty="0">
              <a:effectLst/>
              <a:latin typeface="Times New Roman" panose="02020603050405020304" pitchFamily="18" charset="0"/>
              <a:ea typeface="Calibri" panose="020F0502020204030204" pitchFamily="34" charset="0"/>
            </a:endParaRPr>
          </a:p>
          <a:p>
            <a:pPr marL="285750" indent="-285750" algn="just">
              <a:buFont typeface="Arial" panose="020B0604020202020204" pitchFamily="34" charset="0"/>
              <a:buChar char="•"/>
            </a:pPr>
            <a:r>
              <a:rPr lang="en-IN" sz="1800" b="1" dirty="0">
                <a:effectLst/>
                <a:latin typeface="Times New Roman" panose="02020603050405020304" pitchFamily="18" charset="0"/>
                <a:ea typeface="Calibri" panose="020F0502020204030204" pitchFamily="34" charset="0"/>
              </a:rPr>
              <a:t>Fitbit</a:t>
            </a:r>
            <a:r>
              <a:rPr lang="en-IN" sz="1800" dirty="0">
                <a:effectLst/>
                <a:latin typeface="Times New Roman" panose="02020603050405020304" pitchFamily="18" charset="0"/>
                <a:ea typeface="Calibri" panose="020F0502020204030204" pitchFamily="34" charset="0"/>
              </a:rPr>
              <a:t>: </a:t>
            </a:r>
          </a:p>
          <a:p>
            <a:pPr lvl="1" algn="just"/>
            <a:r>
              <a:rPr lang="en-IN" dirty="0">
                <a:effectLst/>
                <a:latin typeface="Times New Roman" panose="02020603050405020304" pitchFamily="18" charset="0"/>
                <a:ea typeface="Calibri" panose="020F0502020204030204" pitchFamily="34" charset="0"/>
              </a:rPr>
              <a:t>Known for its wearable fitness trackers, Fitbit also provides an app that tracks physical activity, heart rate, sleep, and other health metrics.</a:t>
            </a:r>
          </a:p>
          <a:p>
            <a:pPr lvl="1" algn="just"/>
            <a:endParaRPr lang="en-IN" dirty="0">
              <a:latin typeface="Times New Roman" panose="02020603050405020304" pitchFamily="18" charset="0"/>
              <a:ea typeface="Calibri" panose="020F0502020204030204" pitchFamily="34" charset="0"/>
            </a:endParaRPr>
          </a:p>
          <a:p>
            <a:pPr lvl="1" algn="just"/>
            <a:endParaRPr lang="en-IN" sz="1800" dirty="0">
              <a:effectLst/>
              <a:latin typeface="Times New Roman" panose="02020603050405020304" pitchFamily="18" charset="0"/>
              <a:ea typeface="Calibri" panose="020F0502020204030204" pitchFamily="34" charset="0"/>
            </a:endParaRPr>
          </a:p>
          <a:p>
            <a:pPr algn="just"/>
            <a:r>
              <a:rPr lang="en-IN" sz="2000" dirty="0">
                <a:effectLst/>
                <a:latin typeface="Times New Roman" panose="02020603050405020304" pitchFamily="18" charset="0"/>
                <a:ea typeface="Calibri" panose="020F0502020204030204" pitchFamily="34" charset="0"/>
              </a:rPr>
              <a:t>These platforms focus on tracking fitness progress, offering workout programs, and promoting community support. </a:t>
            </a:r>
          </a:p>
          <a:p>
            <a:pPr algn="just"/>
            <a:endParaRPr lang="en-US" sz="2000" dirty="0">
              <a:solidFill>
                <a:srgbClr val="000000"/>
              </a:solidFill>
              <a:latin typeface="Times New Roman" panose="02020603050405020304" pitchFamily="18" charset="0"/>
              <a:cs typeface="Times New Roman" panose="02020603050405020304" pitchFamily="18" charset="0"/>
            </a:endParaRPr>
          </a:p>
          <a:p>
            <a:pPr algn="just"/>
            <a:endParaRPr lang="en-US" sz="18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678407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066B3-D3F6-9595-0877-BDB53FB9EB3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D4BFA0BA-91AE-20D3-A036-8DADFCF2FA92}"/>
              </a:ext>
            </a:extLst>
          </p:cNvPr>
          <p:cNvSpPr txBox="1"/>
          <p:nvPr/>
        </p:nvSpPr>
        <p:spPr>
          <a:xfrm>
            <a:off x="782319" y="2222808"/>
            <a:ext cx="8504685" cy="2273956"/>
          </a:xfrm>
          <a:prstGeom prst="rect">
            <a:avLst/>
          </a:prstGeom>
          <a:noFill/>
        </p:spPr>
        <p:txBody>
          <a:bodyPr wrap="square">
            <a:spAutoFit/>
          </a:bodyPr>
          <a:lstStyle/>
          <a:p>
            <a:pPr marL="0" marR="0" algn="just">
              <a:lnSpc>
                <a:spcPct val="150000"/>
              </a:lnSpc>
              <a:spcBef>
                <a:spcPts val="600"/>
              </a:spcBef>
              <a:spcAft>
                <a:spcPts val="600"/>
              </a:spcAft>
            </a:pPr>
            <a:r>
              <a:rPr lang="en-IN" sz="1800" dirty="0">
                <a:effectLst/>
                <a:latin typeface="Times New Roman" panose="02020603050405020304" pitchFamily="18" charset="0"/>
                <a:ea typeface="Calibri" panose="020F0502020204030204" pitchFamily="34" charset="0"/>
              </a:rPr>
              <a:t>The proposed system addresses the limitations of existing fitness applications by integrating user-centric features such as progress validation, interactive booking workflows, and goal-based trainer recommendations.</a:t>
            </a:r>
            <a:endParaRPr lang="en-IN" dirty="0">
              <a:latin typeface="Times New Roman" panose="02020603050405020304" pitchFamily="18" charset="0"/>
              <a:ea typeface="Calibri" panose="020F0502020204030204" pitchFamily="34" charset="0"/>
            </a:endParaRPr>
          </a:p>
          <a:p>
            <a:pPr marL="0" marR="0" algn="just">
              <a:lnSpc>
                <a:spcPct val="150000"/>
              </a:lnSpc>
              <a:spcBef>
                <a:spcPts val="600"/>
              </a:spcBef>
              <a:spcAft>
                <a:spcPts val="600"/>
              </a:spcAft>
            </a:pPr>
            <a:r>
              <a:rPr lang="en-IN" sz="1800" dirty="0">
                <a:effectLst/>
                <a:latin typeface="Times New Roman" panose="02020603050405020304" pitchFamily="18" charset="0"/>
                <a:ea typeface="Calibri" panose="020F0502020204030204" pitchFamily="34" charset="0"/>
              </a:rPr>
              <a:t>It offer users a personalized fitness management experience by combining profile tracking, trainer booking, and goal monitoring in a single system</a:t>
            </a:r>
          </a:p>
        </p:txBody>
      </p:sp>
      <p:sp>
        <p:nvSpPr>
          <p:cNvPr id="2" name="Title 2">
            <a:extLst>
              <a:ext uri="{FF2B5EF4-FFF2-40B4-BE49-F238E27FC236}">
                <a16:creationId xmlns:a16="http://schemas.microsoft.com/office/drawing/2014/main" id="{CE15E4F4-887F-3D1C-6CC0-E3809CE0A650}"/>
              </a:ext>
            </a:extLst>
          </p:cNvPr>
          <p:cNvSpPr>
            <a:spLocks noGrp="1"/>
          </p:cNvSpPr>
          <p:nvPr>
            <p:ph type="title"/>
          </p:nvPr>
        </p:nvSpPr>
        <p:spPr>
          <a:xfrm>
            <a:off x="568163" y="400049"/>
            <a:ext cx="8647721" cy="1185045"/>
          </a:xfrm>
        </p:spPr>
        <p:txBody>
          <a:bodyPr>
            <a:normAutofit/>
          </a:bodyPr>
          <a:lstStyle/>
          <a:p>
            <a:r>
              <a:rPr lang="en-US" dirty="0"/>
              <a:t>Proposed system </a:t>
            </a:r>
          </a:p>
        </p:txBody>
      </p:sp>
    </p:spTree>
    <p:extLst>
      <p:ext uri="{BB962C8B-B14F-4D97-AF65-F5344CB8AC3E}">
        <p14:creationId xmlns:p14="http://schemas.microsoft.com/office/powerpoint/2010/main" val="246072536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0D2A5-6744-9716-A539-76DE764749C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23643C4-751C-205E-1E06-C2DBB4327FBD}"/>
              </a:ext>
            </a:extLst>
          </p:cNvPr>
          <p:cNvSpPr txBox="1"/>
          <p:nvPr/>
        </p:nvSpPr>
        <p:spPr>
          <a:xfrm>
            <a:off x="523916" y="288836"/>
            <a:ext cx="9104157" cy="6586418"/>
          </a:xfrm>
          <a:prstGeom prst="rect">
            <a:avLst/>
          </a:prstGeom>
          <a:noFill/>
        </p:spPr>
        <p:txBody>
          <a:bodyPr wrap="square">
            <a:spAutoFit/>
          </a:bodyPr>
          <a:lstStyle/>
          <a:p>
            <a:pPr marR="0" algn="just">
              <a:lnSpc>
                <a:spcPct val="150000"/>
              </a:lnSpc>
              <a:spcBef>
                <a:spcPts val="600"/>
              </a:spcBef>
              <a:spcAft>
                <a:spcPts val="600"/>
              </a:spcAft>
            </a:pPr>
            <a:r>
              <a:rPr lang="en-IN" sz="1800" b="1" dirty="0">
                <a:effectLst/>
                <a:latin typeface="Times New Roman" panose="02020603050405020304" pitchFamily="18" charset="0"/>
                <a:ea typeface="Calibri" panose="020F0502020204030204" pitchFamily="34" charset="0"/>
              </a:rPr>
              <a:t>Key Features of the Proposed System:</a:t>
            </a:r>
            <a:endParaRPr lang="en-US" sz="2000" dirty="0">
              <a:solidFill>
                <a:srgbClr val="000000"/>
              </a:solidFill>
              <a:latin typeface="Times New Roman" panose="02020603050405020304" pitchFamily="18" charset="0"/>
              <a:cs typeface="Times New Roman" panose="02020603050405020304" pitchFamily="18" charset="0"/>
            </a:endParaRPr>
          </a:p>
          <a:p>
            <a:pPr marL="285750" marR="0" lvl="0" indent="-285750" algn="just">
              <a:lnSpc>
                <a:spcPct val="150000"/>
              </a:lnSpc>
              <a:spcBef>
                <a:spcPts val="600"/>
              </a:spcBef>
              <a:spcAft>
                <a:spcPts val="600"/>
              </a:spcAft>
              <a:buFont typeface="Arial" panose="020B0604020202020204" pitchFamily="34" charset="0"/>
              <a:buChar char="•"/>
              <a:tabLst>
                <a:tab pos="457200" algn="l"/>
              </a:tabLst>
            </a:pPr>
            <a:r>
              <a:rPr lang="en-IN" sz="1800" b="1" dirty="0">
                <a:effectLst/>
                <a:latin typeface="Times New Roman" panose="02020603050405020304" pitchFamily="18" charset="0"/>
                <a:ea typeface="Calibri" panose="020F0502020204030204" pitchFamily="34" charset="0"/>
              </a:rPr>
              <a:t>User Registration and Login:</a:t>
            </a:r>
          </a:p>
          <a:p>
            <a:pPr marR="0" lvl="0" algn="just">
              <a:lnSpc>
                <a:spcPct val="150000"/>
              </a:lnSpc>
              <a:spcBef>
                <a:spcPts val="600"/>
              </a:spcBef>
              <a:spcAft>
                <a:spcPts val="600"/>
              </a:spcAft>
              <a:tabLst>
                <a:tab pos="457200" algn="l"/>
              </a:tabLst>
            </a:pPr>
            <a:r>
              <a:rPr lang="en-IN" dirty="0">
                <a:effectLst/>
                <a:latin typeface="Times New Roman" panose="02020603050405020304" pitchFamily="18" charset="0"/>
                <a:ea typeface="Calibri" panose="020F0502020204030204" pitchFamily="34" charset="0"/>
                <a:cs typeface="Times New Roman" panose="02020603050405020304" pitchFamily="18" charset="0"/>
              </a:rPr>
              <a:t>	Secure login system that allows only registered users to access booking and profile features.</a:t>
            </a:r>
          </a:p>
          <a:p>
            <a:pPr marL="285750" marR="0" lvl="0" indent="-285750" algn="just">
              <a:lnSpc>
                <a:spcPct val="150000"/>
              </a:lnSpc>
              <a:spcBef>
                <a:spcPts val="600"/>
              </a:spcBef>
              <a:spcAft>
                <a:spcPts val="600"/>
              </a:spcAft>
              <a:buFont typeface="Arial" panose="020B0604020202020204" pitchFamily="34" charset="0"/>
              <a:buChar char="•"/>
              <a:tabLst>
                <a:tab pos="457200" algn="l"/>
              </a:tabLst>
            </a:pPr>
            <a:r>
              <a:rPr lang="en-IN" b="1" dirty="0">
                <a:effectLst/>
                <a:latin typeface="Times New Roman" panose="02020603050405020304" pitchFamily="18" charset="0"/>
                <a:ea typeface="Calibri" panose="020F0502020204030204" pitchFamily="34" charset="0"/>
              </a:rPr>
              <a:t>Trainer Booking </a:t>
            </a:r>
            <a:r>
              <a:rPr lang="en-IN" b="1" dirty="0">
                <a:latin typeface="Times New Roman" panose="02020603050405020304" pitchFamily="18" charset="0"/>
                <a:ea typeface="Calibri" panose="020F0502020204030204" pitchFamily="34" charset="0"/>
              </a:rPr>
              <a:t>s</a:t>
            </a:r>
            <a:r>
              <a:rPr lang="en-IN" b="1" dirty="0">
                <a:effectLst/>
                <a:latin typeface="Times New Roman" panose="02020603050405020304" pitchFamily="18" charset="0"/>
                <a:ea typeface="Calibri" panose="020F0502020204030204" pitchFamily="34" charset="0"/>
              </a:rPr>
              <a:t>ystem:</a:t>
            </a:r>
          </a:p>
          <a:p>
            <a:pPr lvl="1" algn="just">
              <a:lnSpc>
                <a:spcPct val="150000"/>
              </a:lnSpc>
              <a:spcBef>
                <a:spcPts val="600"/>
              </a:spcBef>
              <a:spcAft>
                <a:spcPts val="600"/>
              </a:spcAft>
              <a:tabLst>
                <a:tab pos="457200" algn="l"/>
              </a:tabLst>
            </a:pPr>
            <a:r>
              <a:rPr lang="en-IN" dirty="0">
                <a:effectLst/>
                <a:latin typeface="Times New Roman" panose="02020603050405020304" pitchFamily="18" charset="0"/>
                <a:ea typeface="Calibri" panose="020F0502020204030204" pitchFamily="34" charset="0"/>
                <a:cs typeface="Times New Roman" panose="02020603050405020304" pitchFamily="18" charset="0"/>
              </a:rPr>
              <a:t>Users can view trainers and book only one trainer at a time. And A "Book Now" button changes to "Booked" after successful booking.</a:t>
            </a:r>
          </a:p>
          <a:p>
            <a:pPr marL="285750" marR="0" lvl="0" indent="-285750" algn="just">
              <a:lnSpc>
                <a:spcPct val="150000"/>
              </a:lnSpc>
              <a:spcBef>
                <a:spcPts val="600"/>
              </a:spcBef>
              <a:spcAft>
                <a:spcPts val="600"/>
              </a:spcAft>
              <a:buFont typeface="Arial" panose="020B0604020202020204" pitchFamily="34" charset="0"/>
              <a:buChar char="•"/>
              <a:tabLst>
                <a:tab pos="457200" algn="l"/>
              </a:tabLst>
            </a:pPr>
            <a:r>
              <a:rPr lang="en-IN" b="1" dirty="0">
                <a:effectLst/>
                <a:latin typeface="Times New Roman" panose="02020603050405020304" pitchFamily="18" charset="0"/>
                <a:ea typeface="Calibri" panose="020F0502020204030204" pitchFamily="34" charset="0"/>
              </a:rPr>
              <a:t>Popup </a:t>
            </a:r>
            <a:r>
              <a:rPr lang="en-IN" b="1" dirty="0">
                <a:latin typeface="Times New Roman" panose="02020603050405020304" pitchFamily="18" charset="0"/>
                <a:ea typeface="Calibri" panose="020F0502020204030204" pitchFamily="34" charset="0"/>
              </a:rPr>
              <a:t>n</a:t>
            </a:r>
            <a:r>
              <a:rPr lang="en-IN" b="1" dirty="0">
                <a:effectLst/>
                <a:latin typeface="Times New Roman" panose="02020603050405020304" pitchFamily="18" charset="0"/>
                <a:ea typeface="Calibri" panose="020F0502020204030204" pitchFamily="34" charset="0"/>
              </a:rPr>
              <a:t>otifications:</a:t>
            </a:r>
          </a:p>
          <a:p>
            <a:pPr lvl="1" algn="just">
              <a:lnSpc>
                <a:spcPct val="150000"/>
              </a:lnSpc>
              <a:spcBef>
                <a:spcPts val="600"/>
              </a:spcBef>
              <a:spcAft>
                <a:spcPts val="600"/>
              </a:spcAft>
              <a:tabLst>
                <a:tab pos="457200" algn="l"/>
              </a:tabLst>
            </a:pPr>
            <a:r>
              <a:rPr lang="en-IN" dirty="0">
                <a:effectLst/>
                <a:latin typeface="Times New Roman" panose="02020603050405020304" pitchFamily="18" charset="0"/>
                <a:ea typeface="Calibri" panose="020F0502020204030204" pitchFamily="34" charset="0"/>
                <a:cs typeface="Times New Roman" panose="02020603050405020304" pitchFamily="18" charset="0"/>
              </a:rPr>
              <a:t>JavaScript-based popups provide real-time success or error messages for user actions like booking or goal setting.</a:t>
            </a:r>
          </a:p>
          <a:p>
            <a:pPr marL="342900" indent="-342900" algn="just">
              <a:buFont typeface="Arial" panose="020B0604020202020204" pitchFamily="34" charset="0"/>
              <a:buChar char="•"/>
            </a:pPr>
            <a:r>
              <a:rPr lang="en-IN" sz="2000" b="1" dirty="0">
                <a:latin typeface="Times New Roman" panose="02020603050405020304" pitchFamily="18" charset="0"/>
                <a:ea typeface="Calibri" panose="020F0502020204030204" pitchFamily="34" charset="0"/>
              </a:rPr>
              <a:t>Goal setting and tracking:</a:t>
            </a:r>
          </a:p>
          <a:p>
            <a:pPr marR="0" lvl="1" algn="just">
              <a:lnSpc>
                <a:spcPct val="150000"/>
              </a:lnSpc>
              <a:spcBef>
                <a:spcPts val="600"/>
              </a:spcBef>
              <a:spcAft>
                <a:spcPts val="600"/>
              </a:spcAft>
              <a:buSzPts val="1000"/>
              <a:tabLst>
                <a:tab pos="914400" algn="l"/>
              </a:tabLst>
            </a:pPr>
            <a:r>
              <a:rPr lang="en-IN" dirty="0">
                <a:effectLst/>
                <a:latin typeface="Times New Roman" panose="02020603050405020304" pitchFamily="18" charset="0"/>
                <a:ea typeface="Calibri" panose="020F0502020204030204" pitchFamily="34" charset="0"/>
                <a:cs typeface="Times New Roman" panose="02020603050405020304" pitchFamily="18" charset="0"/>
              </a:rPr>
              <a:t>Users can define specific fitness goals and The system  recommend trainers based on selected goals.</a:t>
            </a:r>
          </a:p>
          <a:p>
            <a:pPr marL="342900" indent="-342900" algn="just">
              <a:buFont typeface="Arial" panose="020B0604020202020204" pitchFamily="34" charset="0"/>
              <a:buChar char="•"/>
            </a:pPr>
            <a:endParaRPr lang="en-IN" sz="2000" b="1" dirty="0">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364769620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ABCC6-E93F-8D5B-F6C2-F2D89FE000C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A1F080E-98DC-8E47-5476-72023BEE8E6A}"/>
              </a:ext>
            </a:extLst>
          </p:cNvPr>
          <p:cNvSpPr txBox="1"/>
          <p:nvPr/>
        </p:nvSpPr>
        <p:spPr>
          <a:xfrm>
            <a:off x="1089273" y="1506436"/>
            <a:ext cx="5822805" cy="5500032"/>
          </a:xfrm>
          <a:prstGeom prst="rect">
            <a:avLst/>
          </a:prstGeom>
          <a:noFill/>
        </p:spPr>
        <p:txBody>
          <a:bodyPr wrap="square">
            <a:spAutoFit/>
          </a:bodyPr>
          <a:lstStyle/>
          <a:p>
            <a:pPr algn="just">
              <a:buClr>
                <a:srgbClr val="000000"/>
              </a:buClr>
            </a:pPr>
            <a:r>
              <a:rPr lang="en-IN" sz="2000" dirty="0">
                <a:solidFill>
                  <a:srgbClr val="000000"/>
                </a:solidFill>
                <a:latin typeface="Times New Roman" panose="02020603050405020304" pitchFamily="18" charset="0"/>
                <a:cs typeface="Times New Roman" panose="02020603050405020304" pitchFamily="18" charset="0"/>
              </a:rPr>
              <a:t>🖥️</a:t>
            </a:r>
            <a:r>
              <a:rPr lang="en-IN" sz="2000" b="1" dirty="0">
                <a:solidFill>
                  <a:srgbClr val="000000"/>
                </a:solidFill>
                <a:latin typeface="Times New Roman" panose="02020603050405020304" pitchFamily="18" charset="0"/>
                <a:cs typeface="Times New Roman" panose="02020603050405020304" pitchFamily="18" charset="0"/>
              </a:rPr>
              <a:t>Frontend:</a:t>
            </a:r>
            <a:endParaRPr lang="en-IN" sz="2000" dirty="0">
              <a:solidFill>
                <a:srgbClr val="000000"/>
              </a:solidFill>
              <a:latin typeface="Times New Roman" panose="02020603050405020304" pitchFamily="18" charset="0"/>
              <a:cs typeface="Times New Roman" panose="02020603050405020304" pitchFamily="18" charset="0"/>
            </a:endParaRPr>
          </a:p>
          <a:p>
            <a:pPr marL="342900" indent="-342900" algn="just">
              <a:buClr>
                <a:srgbClr val="000000"/>
              </a:buClr>
              <a:buFont typeface="Arial" panose="020B0604020202020204" pitchFamily="34" charset="0"/>
              <a:buChar char="•"/>
            </a:pPr>
            <a:r>
              <a:rPr lang="en-IN" sz="2000" dirty="0">
                <a:solidFill>
                  <a:srgbClr val="000000"/>
                </a:solidFill>
                <a:latin typeface="Times New Roman" panose="02020603050405020304" pitchFamily="18" charset="0"/>
                <a:cs typeface="Times New Roman" panose="02020603050405020304" pitchFamily="18" charset="0"/>
              </a:rPr>
              <a:t>HTML, CSS, Tailwind CSS</a:t>
            </a:r>
          </a:p>
          <a:p>
            <a:pPr marL="342900" indent="-342900" algn="just">
              <a:buClr>
                <a:srgbClr val="000000"/>
              </a:buClr>
              <a:buFont typeface="Arial" panose="020B0604020202020204" pitchFamily="34" charset="0"/>
              <a:buChar char="•"/>
            </a:pPr>
            <a:r>
              <a:rPr lang="en-IN" sz="2000" dirty="0">
                <a:solidFill>
                  <a:srgbClr val="000000"/>
                </a:solidFill>
                <a:latin typeface="Times New Roman" panose="02020603050405020304" pitchFamily="18" charset="0"/>
                <a:cs typeface="Times New Roman" panose="02020603050405020304" pitchFamily="18" charset="0"/>
              </a:rPr>
              <a:t>JavaScript </a:t>
            </a:r>
          </a:p>
          <a:p>
            <a:pPr marL="342900" indent="-342900" algn="just">
              <a:buClr>
                <a:srgbClr val="000000"/>
              </a:buClr>
              <a:buFont typeface="Arial" panose="020B0604020202020204" pitchFamily="34" charset="0"/>
              <a:buChar char="•"/>
            </a:pPr>
            <a:endParaRPr lang="en-IN" sz="2000" dirty="0">
              <a:solidFill>
                <a:srgbClr val="000000"/>
              </a:solidFill>
              <a:latin typeface="Times New Roman" panose="02020603050405020304" pitchFamily="18" charset="0"/>
              <a:cs typeface="Times New Roman" panose="02020603050405020304" pitchFamily="18" charset="0"/>
            </a:endParaRPr>
          </a:p>
          <a:p>
            <a:pPr algn="just">
              <a:buClr>
                <a:srgbClr val="000000"/>
              </a:buClr>
            </a:pPr>
            <a:r>
              <a:rPr lang="en-IN" sz="2000" dirty="0">
                <a:solidFill>
                  <a:srgbClr val="000000"/>
                </a:solidFill>
                <a:latin typeface="Times New Roman" panose="02020603050405020304" pitchFamily="18" charset="0"/>
                <a:cs typeface="Times New Roman" panose="02020603050405020304" pitchFamily="18" charset="0"/>
              </a:rPr>
              <a:t>🗄️ </a:t>
            </a:r>
            <a:r>
              <a:rPr lang="en-IN" sz="2000" b="1" dirty="0">
                <a:solidFill>
                  <a:srgbClr val="000000"/>
                </a:solidFill>
                <a:latin typeface="Times New Roman" panose="02020603050405020304" pitchFamily="18" charset="0"/>
                <a:cs typeface="Times New Roman" panose="02020603050405020304" pitchFamily="18" charset="0"/>
              </a:rPr>
              <a:t>Backend:</a:t>
            </a:r>
            <a:endParaRPr lang="en-IN" sz="2000" dirty="0">
              <a:solidFill>
                <a:srgbClr val="000000"/>
              </a:solidFill>
              <a:latin typeface="Times New Roman" panose="02020603050405020304" pitchFamily="18" charset="0"/>
              <a:cs typeface="Times New Roman" panose="02020603050405020304" pitchFamily="18" charset="0"/>
            </a:endParaRPr>
          </a:p>
          <a:p>
            <a:pPr marL="342900" indent="-342900" algn="just">
              <a:buClr>
                <a:srgbClr val="000000"/>
              </a:buClr>
              <a:buFont typeface="Arial" panose="020B0604020202020204" pitchFamily="34" charset="0"/>
              <a:buChar char="•"/>
            </a:pPr>
            <a:r>
              <a:rPr lang="en-IN" sz="2000" dirty="0">
                <a:solidFill>
                  <a:srgbClr val="000000"/>
                </a:solidFill>
                <a:latin typeface="Times New Roman" panose="02020603050405020304" pitchFamily="18" charset="0"/>
                <a:cs typeface="Times New Roman" panose="02020603050405020304" pitchFamily="18" charset="0"/>
              </a:rPr>
              <a:t>PHP for server-side scripting</a:t>
            </a:r>
          </a:p>
          <a:p>
            <a:pPr marL="342900" indent="-342900" algn="just">
              <a:buClr>
                <a:srgbClr val="000000"/>
              </a:buClr>
              <a:buFont typeface="Arial" panose="020B0604020202020204" pitchFamily="34" charset="0"/>
              <a:buChar char="•"/>
            </a:pPr>
            <a:r>
              <a:rPr lang="en-IN" sz="2000" dirty="0">
                <a:solidFill>
                  <a:srgbClr val="000000"/>
                </a:solidFill>
                <a:latin typeface="Times New Roman" panose="02020603050405020304" pitchFamily="18" charset="0"/>
                <a:cs typeface="Times New Roman" panose="02020603050405020304" pitchFamily="18" charset="0"/>
              </a:rPr>
              <a:t>MySQL for database management</a:t>
            </a:r>
          </a:p>
          <a:p>
            <a:pPr marL="342900" indent="-342900" algn="just">
              <a:buClr>
                <a:srgbClr val="000000"/>
              </a:buClr>
              <a:buFont typeface="Arial" panose="020B0604020202020204" pitchFamily="34" charset="0"/>
              <a:buChar char="•"/>
            </a:pPr>
            <a:endParaRPr lang="en-IN" sz="2000" dirty="0">
              <a:solidFill>
                <a:srgbClr val="000000"/>
              </a:solidFill>
              <a:latin typeface="Times New Roman" panose="02020603050405020304" pitchFamily="18" charset="0"/>
              <a:cs typeface="Times New Roman" panose="02020603050405020304" pitchFamily="18" charset="0"/>
            </a:endParaRPr>
          </a:p>
          <a:p>
            <a:pPr algn="just">
              <a:buClr>
                <a:srgbClr val="000000"/>
              </a:buClr>
            </a:pPr>
            <a:r>
              <a:rPr lang="en-IN" sz="2000" dirty="0">
                <a:solidFill>
                  <a:srgbClr val="000000"/>
                </a:solidFill>
                <a:latin typeface="Times New Roman" panose="02020603050405020304" pitchFamily="18" charset="0"/>
                <a:cs typeface="Times New Roman" panose="02020603050405020304" pitchFamily="18" charset="0"/>
              </a:rPr>
              <a:t>🔐 </a:t>
            </a:r>
            <a:r>
              <a:rPr lang="en-IN" sz="2000" b="1" dirty="0">
                <a:solidFill>
                  <a:srgbClr val="000000"/>
                </a:solidFill>
                <a:latin typeface="Times New Roman" panose="02020603050405020304" pitchFamily="18" charset="0"/>
                <a:cs typeface="Times New Roman" panose="02020603050405020304" pitchFamily="18" charset="0"/>
              </a:rPr>
              <a:t>Authentication:</a:t>
            </a:r>
            <a:endParaRPr lang="en-IN" sz="2000" dirty="0">
              <a:solidFill>
                <a:srgbClr val="000000"/>
              </a:solidFill>
              <a:latin typeface="Times New Roman" panose="02020603050405020304" pitchFamily="18" charset="0"/>
              <a:cs typeface="Times New Roman" panose="02020603050405020304" pitchFamily="18" charset="0"/>
            </a:endParaRPr>
          </a:p>
          <a:p>
            <a:pPr marL="342900" indent="-342900" algn="just">
              <a:buClr>
                <a:srgbClr val="000000"/>
              </a:buClr>
              <a:buFont typeface="Arial" panose="020B0604020202020204" pitchFamily="34" charset="0"/>
              <a:buChar char="•"/>
            </a:pPr>
            <a:r>
              <a:rPr lang="en-IN" sz="2000" dirty="0">
                <a:solidFill>
                  <a:srgbClr val="000000"/>
                </a:solidFill>
                <a:latin typeface="Times New Roman" panose="02020603050405020304" pitchFamily="18" charset="0"/>
                <a:cs typeface="Times New Roman" panose="02020603050405020304" pitchFamily="18" charset="0"/>
              </a:rPr>
              <a:t>Session-based login system</a:t>
            </a:r>
          </a:p>
          <a:p>
            <a:pPr marL="342900" indent="-342900" algn="just">
              <a:buClr>
                <a:srgbClr val="000000"/>
              </a:buClr>
              <a:buFont typeface="Arial" panose="020B0604020202020204" pitchFamily="34" charset="0"/>
              <a:buChar char="•"/>
            </a:pPr>
            <a:r>
              <a:rPr lang="en-IN" sz="2000" dirty="0">
                <a:solidFill>
                  <a:srgbClr val="000000"/>
                </a:solidFill>
                <a:latin typeface="Times New Roman" panose="02020603050405020304" pitchFamily="18" charset="0"/>
                <a:cs typeface="Times New Roman" panose="02020603050405020304" pitchFamily="18" charset="0"/>
              </a:rPr>
              <a:t>Role-based access for users and trainers</a:t>
            </a:r>
          </a:p>
          <a:p>
            <a:pPr marL="342900" indent="-342900" algn="just">
              <a:buClr>
                <a:srgbClr val="000000"/>
              </a:buClr>
              <a:buFont typeface="Arial" panose="020B0604020202020204" pitchFamily="34" charset="0"/>
              <a:buChar char="•"/>
            </a:pPr>
            <a:endParaRPr lang="en-IN" sz="2000" dirty="0">
              <a:solidFill>
                <a:srgbClr val="000000"/>
              </a:solidFill>
              <a:latin typeface="Times New Roman" panose="02020603050405020304" pitchFamily="18" charset="0"/>
              <a:cs typeface="Times New Roman" panose="02020603050405020304" pitchFamily="18" charset="0"/>
            </a:endParaRPr>
          </a:p>
          <a:p>
            <a:pPr algn="just">
              <a:buClr>
                <a:srgbClr val="000000"/>
              </a:buClr>
            </a:pPr>
            <a:r>
              <a:rPr lang="en-IN" sz="2000" dirty="0">
                <a:solidFill>
                  <a:srgbClr val="000000"/>
                </a:solidFill>
                <a:latin typeface="Times New Roman" panose="02020603050405020304" pitchFamily="18" charset="0"/>
                <a:cs typeface="Times New Roman" panose="02020603050405020304" pitchFamily="18" charset="0"/>
              </a:rPr>
              <a:t>🧩 </a:t>
            </a:r>
            <a:r>
              <a:rPr lang="en-IN" sz="2000" b="1" dirty="0">
                <a:solidFill>
                  <a:srgbClr val="000000"/>
                </a:solidFill>
                <a:latin typeface="Times New Roman" panose="02020603050405020304" pitchFamily="18" charset="0"/>
                <a:cs typeface="Times New Roman" panose="02020603050405020304" pitchFamily="18" charset="0"/>
              </a:rPr>
              <a:t>Tools Used:</a:t>
            </a:r>
            <a:endParaRPr lang="en-IN" sz="2000" dirty="0">
              <a:solidFill>
                <a:srgbClr val="000000"/>
              </a:solidFill>
              <a:latin typeface="Times New Roman" panose="02020603050405020304" pitchFamily="18" charset="0"/>
              <a:cs typeface="Times New Roman" panose="02020603050405020304" pitchFamily="18" charset="0"/>
            </a:endParaRPr>
          </a:p>
          <a:p>
            <a:pPr marL="342900" indent="-342900" algn="just">
              <a:buClr>
                <a:srgbClr val="000000"/>
              </a:buClr>
              <a:buFont typeface="Arial" panose="020B0604020202020204" pitchFamily="34" charset="0"/>
              <a:buChar char="•"/>
            </a:pPr>
            <a:r>
              <a:rPr lang="en-IN" sz="2000" dirty="0">
                <a:solidFill>
                  <a:srgbClr val="000000"/>
                </a:solidFill>
                <a:latin typeface="Times New Roman" panose="02020603050405020304" pitchFamily="18" charset="0"/>
                <a:cs typeface="Times New Roman" panose="02020603050405020304" pitchFamily="18" charset="0"/>
              </a:rPr>
              <a:t>XAMPP (Apache, MySQL)</a:t>
            </a:r>
          </a:p>
          <a:p>
            <a:pPr marL="342900" indent="-342900" algn="just">
              <a:buClr>
                <a:srgbClr val="000000"/>
              </a:buClr>
              <a:buFont typeface="Arial" panose="020B0604020202020204" pitchFamily="34" charset="0"/>
              <a:buChar char="•"/>
            </a:pPr>
            <a:r>
              <a:rPr lang="en-IN" sz="2000" dirty="0">
                <a:solidFill>
                  <a:srgbClr val="000000"/>
                </a:solidFill>
                <a:latin typeface="Times New Roman" panose="02020603050405020304" pitchFamily="18" charset="0"/>
                <a:cs typeface="Times New Roman" panose="02020603050405020304" pitchFamily="18" charset="0"/>
              </a:rPr>
              <a:t>VS Code for development</a:t>
            </a:r>
          </a:p>
          <a:p>
            <a:pPr marL="342900" indent="-342900" algn="just">
              <a:buClr>
                <a:srgbClr val="000000"/>
              </a:buClr>
              <a:buFont typeface="Arial" panose="020B0604020202020204" pitchFamily="34" charset="0"/>
              <a:buChar char="•"/>
            </a:pPr>
            <a:r>
              <a:rPr lang="en-IN" sz="2000" dirty="0">
                <a:solidFill>
                  <a:srgbClr val="000000"/>
                </a:solidFill>
                <a:latin typeface="Times New Roman" panose="02020603050405020304" pitchFamily="18" charset="0"/>
                <a:cs typeface="Times New Roman" panose="02020603050405020304" pitchFamily="18" charset="0"/>
              </a:rPr>
              <a:t>phpMyAdmin for database operations</a:t>
            </a:r>
          </a:p>
          <a:p>
            <a:pPr marR="0" algn="just">
              <a:lnSpc>
                <a:spcPct val="150000"/>
              </a:lnSpc>
              <a:spcBef>
                <a:spcPts val="600"/>
              </a:spcBef>
              <a:spcAft>
                <a:spcPts val="600"/>
              </a:spcAft>
            </a:pP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2" name="Title 2">
            <a:extLst>
              <a:ext uri="{FF2B5EF4-FFF2-40B4-BE49-F238E27FC236}">
                <a16:creationId xmlns:a16="http://schemas.microsoft.com/office/drawing/2014/main" id="{D7EE1ABF-AE6B-B7DB-46CF-9A3268A82CDE}"/>
              </a:ext>
            </a:extLst>
          </p:cNvPr>
          <p:cNvSpPr>
            <a:spLocks noGrp="1"/>
          </p:cNvSpPr>
          <p:nvPr>
            <p:ph type="title"/>
          </p:nvPr>
        </p:nvSpPr>
        <p:spPr>
          <a:xfrm>
            <a:off x="332188" y="124745"/>
            <a:ext cx="8647721" cy="1185045"/>
          </a:xfrm>
        </p:spPr>
        <p:txBody>
          <a:bodyPr>
            <a:normAutofit/>
          </a:bodyPr>
          <a:lstStyle/>
          <a:p>
            <a:r>
              <a:rPr lang="en-US" dirty="0"/>
              <a:t>Technology stack</a:t>
            </a:r>
          </a:p>
        </p:txBody>
      </p:sp>
    </p:spTree>
    <p:extLst>
      <p:ext uri="{BB962C8B-B14F-4D97-AF65-F5344CB8AC3E}">
        <p14:creationId xmlns:p14="http://schemas.microsoft.com/office/powerpoint/2010/main" val="11464255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6CC8D-3638-CDFD-0F91-1F09373D94B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3882BD6-7EE5-3FAE-0AAE-65E9FE749493}"/>
              </a:ext>
            </a:extLst>
          </p:cNvPr>
          <p:cNvSpPr txBox="1"/>
          <p:nvPr/>
        </p:nvSpPr>
        <p:spPr>
          <a:xfrm>
            <a:off x="530942" y="369966"/>
            <a:ext cx="8278761" cy="1508105"/>
          </a:xfrm>
          <a:prstGeom prst="rect">
            <a:avLst/>
          </a:prstGeom>
          <a:noFill/>
        </p:spPr>
        <p:txBody>
          <a:bodyPr wrap="square">
            <a:spAutoFit/>
          </a:bodyPr>
          <a:lstStyle/>
          <a:p>
            <a:pPr marR="0" algn="just">
              <a:lnSpc>
                <a:spcPct val="150000"/>
              </a:lnSpc>
              <a:spcBef>
                <a:spcPts val="600"/>
              </a:spcBef>
              <a:spcAft>
                <a:spcPts val="600"/>
              </a:spcAft>
            </a:pPr>
            <a:r>
              <a:rPr lang="en-US" sz="1800" b="1" dirty="0">
                <a:effectLst/>
                <a:latin typeface="Times New Roman" panose="02020603050405020304" pitchFamily="18" charset="0"/>
                <a:ea typeface="Calibri" panose="020F0502020204030204" pitchFamily="34" charset="0"/>
              </a:rPr>
              <a:t>Hardware requirements :</a:t>
            </a:r>
          </a:p>
          <a:p>
            <a:pPr marR="0" algn="just">
              <a:lnSpc>
                <a:spcPct val="150000"/>
              </a:lnSpc>
              <a:spcBef>
                <a:spcPts val="600"/>
              </a:spcBef>
              <a:spcAft>
                <a:spcPts val="600"/>
              </a:spcAft>
            </a:pPr>
            <a:endParaRPr lang="en-US" sz="2000" dirty="0">
              <a:solidFill>
                <a:srgbClr val="000000"/>
              </a:solidFill>
              <a:latin typeface="Times New Roman" panose="02020603050405020304" pitchFamily="18" charset="0"/>
              <a:cs typeface="Times New Roman" panose="02020603050405020304" pitchFamily="18" charset="0"/>
            </a:endParaRPr>
          </a:p>
          <a:p>
            <a:pPr algn="just"/>
            <a:endParaRPr lang="en-IN" sz="2000" b="1" dirty="0">
              <a:latin typeface="Times New Roman" panose="02020603050405020304" pitchFamily="18" charset="0"/>
              <a:ea typeface="Calibri" panose="020F0502020204030204" pitchFamily="34" charset="0"/>
            </a:endParaRPr>
          </a:p>
        </p:txBody>
      </p:sp>
      <p:graphicFrame>
        <p:nvGraphicFramePr>
          <p:cNvPr id="8" name="Table 7">
            <a:extLst>
              <a:ext uri="{FF2B5EF4-FFF2-40B4-BE49-F238E27FC236}">
                <a16:creationId xmlns:a16="http://schemas.microsoft.com/office/drawing/2014/main" id="{F09CBFBE-C5C4-B4CE-C38F-3882A95B11B0}"/>
              </a:ext>
            </a:extLst>
          </p:cNvPr>
          <p:cNvGraphicFramePr>
            <a:graphicFrameLocks noGrp="1"/>
          </p:cNvGraphicFramePr>
          <p:nvPr>
            <p:extLst>
              <p:ext uri="{D42A27DB-BD31-4B8C-83A1-F6EECF244321}">
                <p14:modId xmlns:p14="http://schemas.microsoft.com/office/powerpoint/2010/main" val="2817883185"/>
              </p:ext>
            </p:extLst>
          </p:nvPr>
        </p:nvGraphicFramePr>
        <p:xfrm>
          <a:off x="1309903" y="1104353"/>
          <a:ext cx="7018757" cy="4795002"/>
        </p:xfrm>
        <a:graphic>
          <a:graphicData uri="http://schemas.openxmlformats.org/drawingml/2006/table">
            <a:tbl>
              <a:tblPr firstRow="1" firstCol="1" bandRow="1">
                <a:tableStyleId>{0505E3EF-67EA-436B-97B2-0124C06EBD24}</a:tableStyleId>
              </a:tblPr>
              <a:tblGrid>
                <a:gridCol w="2176285">
                  <a:extLst>
                    <a:ext uri="{9D8B030D-6E8A-4147-A177-3AD203B41FA5}">
                      <a16:colId xmlns:a16="http://schemas.microsoft.com/office/drawing/2014/main" val="803281940"/>
                    </a:ext>
                  </a:extLst>
                </a:gridCol>
                <a:gridCol w="4842472">
                  <a:extLst>
                    <a:ext uri="{9D8B030D-6E8A-4147-A177-3AD203B41FA5}">
                      <a16:colId xmlns:a16="http://schemas.microsoft.com/office/drawing/2014/main" val="3164868606"/>
                    </a:ext>
                  </a:extLst>
                </a:gridCol>
              </a:tblGrid>
              <a:tr h="670271">
                <a:tc>
                  <a:txBody>
                    <a:bodyPr/>
                    <a:lstStyle/>
                    <a:p>
                      <a:pPr marL="0" marR="0" algn="ctr">
                        <a:lnSpc>
                          <a:spcPct val="150000"/>
                        </a:lnSpc>
                        <a:spcAft>
                          <a:spcPts val="600"/>
                        </a:spcAft>
                        <a:buNone/>
                      </a:pPr>
                      <a:r>
                        <a:rPr lang="en-IN" sz="1200" u="sng" dirty="0">
                          <a:effectLst/>
                        </a:rPr>
                        <a:t>Requirement</a:t>
                      </a:r>
                      <a:endParaRPr lang="en-IN" sz="1200" u="sng" dirty="0">
                        <a:effectLst/>
                        <a:latin typeface="Times New Roman" panose="02020603050405020304" pitchFamily="18" charset="0"/>
                        <a:ea typeface="Calibri" panose="020F0502020204030204" pitchFamily="34" charset="0"/>
                      </a:endParaRPr>
                    </a:p>
                  </a:txBody>
                  <a:tcPr marL="2203" marR="2203" marT="2203" marB="2203" anchor="ctr"/>
                </a:tc>
                <a:tc>
                  <a:txBody>
                    <a:bodyPr/>
                    <a:lstStyle/>
                    <a:p>
                      <a:pPr marL="0" marR="0" algn="ctr">
                        <a:lnSpc>
                          <a:spcPct val="150000"/>
                        </a:lnSpc>
                        <a:spcAft>
                          <a:spcPts val="600"/>
                        </a:spcAft>
                        <a:buNone/>
                      </a:pPr>
                      <a:r>
                        <a:rPr lang="en-IN" sz="1200" u="sng" dirty="0">
                          <a:effectLst/>
                        </a:rPr>
                        <a:t>Description</a:t>
                      </a:r>
                      <a:endParaRPr lang="en-IN" sz="1200" u="sng" dirty="0">
                        <a:effectLst/>
                        <a:latin typeface="Times New Roman" panose="02020603050405020304" pitchFamily="18" charset="0"/>
                        <a:ea typeface="Calibri" panose="020F0502020204030204" pitchFamily="34" charset="0"/>
                      </a:endParaRPr>
                    </a:p>
                  </a:txBody>
                  <a:tcPr marL="2203" marR="2203" marT="2203" marB="2203" anchor="ctr"/>
                </a:tc>
                <a:extLst>
                  <a:ext uri="{0D108BD9-81ED-4DB2-BD59-A6C34878D82A}">
                    <a16:rowId xmlns:a16="http://schemas.microsoft.com/office/drawing/2014/main" val="4173574483"/>
                  </a:ext>
                </a:extLst>
              </a:tr>
              <a:tr h="620006">
                <a:tc>
                  <a:txBody>
                    <a:bodyPr/>
                    <a:lstStyle/>
                    <a:p>
                      <a:pPr marL="0" marR="0" algn="ctr">
                        <a:lnSpc>
                          <a:spcPct val="150000"/>
                        </a:lnSpc>
                        <a:spcAft>
                          <a:spcPts val="600"/>
                        </a:spcAft>
                        <a:buNone/>
                      </a:pPr>
                      <a:r>
                        <a:rPr lang="en-IN" sz="1200" dirty="0">
                          <a:effectLst/>
                        </a:rPr>
                        <a:t>Processor</a:t>
                      </a:r>
                      <a:endParaRPr lang="en-IN" sz="1200" dirty="0">
                        <a:effectLst/>
                        <a:latin typeface="Times New Roman" panose="02020603050405020304" pitchFamily="18" charset="0"/>
                        <a:ea typeface="Calibri" panose="020F0502020204030204" pitchFamily="34" charset="0"/>
                      </a:endParaRPr>
                    </a:p>
                  </a:txBody>
                  <a:tcPr marL="2203" marR="2203" marT="2203" marB="2203" anchor="ctr"/>
                </a:tc>
                <a:tc>
                  <a:txBody>
                    <a:bodyPr/>
                    <a:lstStyle/>
                    <a:p>
                      <a:pPr marL="0" marR="0" algn="ctr">
                        <a:lnSpc>
                          <a:spcPct val="150000"/>
                        </a:lnSpc>
                        <a:spcAft>
                          <a:spcPts val="600"/>
                        </a:spcAft>
                        <a:buNone/>
                      </a:pPr>
                      <a:r>
                        <a:rPr lang="en-IN" sz="1200">
                          <a:effectLst/>
                        </a:rPr>
                        <a:t>Intel Core i3 or higher</a:t>
                      </a:r>
                      <a:endParaRPr lang="en-IN" sz="1200">
                        <a:effectLst/>
                        <a:latin typeface="Times New Roman" panose="02020603050405020304" pitchFamily="18" charset="0"/>
                        <a:ea typeface="Calibri" panose="020F0502020204030204" pitchFamily="34" charset="0"/>
                      </a:endParaRPr>
                    </a:p>
                  </a:txBody>
                  <a:tcPr marL="2203" marR="2203" marT="2203" marB="2203" anchor="ctr"/>
                </a:tc>
                <a:extLst>
                  <a:ext uri="{0D108BD9-81ED-4DB2-BD59-A6C34878D82A}">
                    <a16:rowId xmlns:a16="http://schemas.microsoft.com/office/drawing/2014/main" val="1014781420"/>
                  </a:ext>
                </a:extLst>
              </a:tr>
              <a:tr h="650729">
                <a:tc>
                  <a:txBody>
                    <a:bodyPr/>
                    <a:lstStyle/>
                    <a:p>
                      <a:pPr marL="0" marR="0" algn="ctr">
                        <a:lnSpc>
                          <a:spcPct val="150000"/>
                        </a:lnSpc>
                        <a:spcAft>
                          <a:spcPts val="600"/>
                        </a:spcAft>
                        <a:buNone/>
                      </a:pPr>
                      <a:r>
                        <a:rPr lang="en-IN" sz="1200">
                          <a:effectLst/>
                        </a:rPr>
                        <a:t>RAM</a:t>
                      </a:r>
                      <a:endParaRPr lang="en-IN" sz="1200">
                        <a:effectLst/>
                        <a:latin typeface="Times New Roman" panose="02020603050405020304" pitchFamily="18" charset="0"/>
                        <a:ea typeface="Calibri" panose="020F0502020204030204" pitchFamily="34" charset="0"/>
                      </a:endParaRPr>
                    </a:p>
                  </a:txBody>
                  <a:tcPr marL="2203" marR="2203" marT="2203" marB="2203" anchor="ctr"/>
                </a:tc>
                <a:tc>
                  <a:txBody>
                    <a:bodyPr/>
                    <a:lstStyle/>
                    <a:p>
                      <a:pPr marL="0" marR="0" algn="ctr">
                        <a:lnSpc>
                          <a:spcPct val="150000"/>
                        </a:lnSpc>
                        <a:spcAft>
                          <a:spcPts val="600"/>
                        </a:spcAft>
                        <a:buNone/>
                      </a:pPr>
                      <a:r>
                        <a:rPr lang="en-IN" sz="1200" dirty="0">
                          <a:effectLst/>
                        </a:rPr>
                        <a:t>Minimum 4 GB RAM</a:t>
                      </a:r>
                      <a:endParaRPr lang="en-IN" sz="1200" dirty="0">
                        <a:effectLst/>
                        <a:latin typeface="Times New Roman" panose="02020603050405020304" pitchFamily="18" charset="0"/>
                        <a:ea typeface="Calibri" panose="020F0502020204030204" pitchFamily="34" charset="0"/>
                      </a:endParaRPr>
                    </a:p>
                  </a:txBody>
                  <a:tcPr marL="2203" marR="2203" marT="2203" marB="2203" anchor="ctr"/>
                </a:tc>
                <a:extLst>
                  <a:ext uri="{0D108BD9-81ED-4DB2-BD59-A6C34878D82A}">
                    <a16:rowId xmlns:a16="http://schemas.microsoft.com/office/drawing/2014/main" val="1561923316"/>
                  </a:ext>
                </a:extLst>
              </a:tr>
              <a:tr h="720716">
                <a:tc>
                  <a:txBody>
                    <a:bodyPr/>
                    <a:lstStyle/>
                    <a:p>
                      <a:pPr marL="0" marR="0" algn="ctr">
                        <a:lnSpc>
                          <a:spcPct val="150000"/>
                        </a:lnSpc>
                        <a:spcAft>
                          <a:spcPts val="600"/>
                        </a:spcAft>
                        <a:buNone/>
                      </a:pPr>
                      <a:r>
                        <a:rPr lang="en-IN" sz="1200">
                          <a:effectLst/>
                        </a:rPr>
                        <a:t>Hard Disk</a:t>
                      </a:r>
                      <a:endParaRPr lang="en-IN" sz="1200">
                        <a:effectLst/>
                        <a:latin typeface="Times New Roman" panose="02020603050405020304" pitchFamily="18" charset="0"/>
                        <a:ea typeface="Calibri" panose="020F0502020204030204" pitchFamily="34" charset="0"/>
                      </a:endParaRPr>
                    </a:p>
                  </a:txBody>
                  <a:tcPr marL="2203" marR="2203" marT="2203" marB="2203" anchor="ctr"/>
                </a:tc>
                <a:tc>
                  <a:txBody>
                    <a:bodyPr/>
                    <a:lstStyle/>
                    <a:p>
                      <a:pPr marL="0" marR="0" algn="ctr">
                        <a:lnSpc>
                          <a:spcPct val="150000"/>
                        </a:lnSpc>
                        <a:spcAft>
                          <a:spcPts val="600"/>
                        </a:spcAft>
                        <a:buNone/>
                      </a:pPr>
                      <a:r>
                        <a:rPr lang="en-IN" sz="1200">
                          <a:effectLst/>
                        </a:rPr>
                        <a:t>Minimum 10 GB free space</a:t>
                      </a:r>
                      <a:endParaRPr lang="en-IN" sz="1200">
                        <a:effectLst/>
                        <a:latin typeface="Times New Roman" panose="02020603050405020304" pitchFamily="18" charset="0"/>
                        <a:ea typeface="Calibri" panose="020F0502020204030204" pitchFamily="34" charset="0"/>
                      </a:endParaRPr>
                    </a:p>
                  </a:txBody>
                  <a:tcPr marL="2203" marR="2203" marT="2203" marB="2203" anchor="ctr"/>
                </a:tc>
                <a:extLst>
                  <a:ext uri="{0D108BD9-81ED-4DB2-BD59-A6C34878D82A}">
                    <a16:rowId xmlns:a16="http://schemas.microsoft.com/office/drawing/2014/main" val="1512882947"/>
                  </a:ext>
                </a:extLst>
              </a:tr>
              <a:tr h="654334">
                <a:tc>
                  <a:txBody>
                    <a:bodyPr/>
                    <a:lstStyle/>
                    <a:p>
                      <a:pPr marL="0" marR="0" algn="ctr">
                        <a:lnSpc>
                          <a:spcPct val="150000"/>
                        </a:lnSpc>
                        <a:spcAft>
                          <a:spcPts val="600"/>
                        </a:spcAft>
                        <a:buNone/>
                      </a:pPr>
                      <a:r>
                        <a:rPr lang="en-IN" sz="1200" dirty="0">
                          <a:effectLst/>
                        </a:rPr>
                        <a:t>Display</a:t>
                      </a:r>
                      <a:endParaRPr lang="en-IN" sz="1200" dirty="0">
                        <a:effectLst/>
                        <a:latin typeface="Times New Roman" panose="02020603050405020304" pitchFamily="18" charset="0"/>
                        <a:ea typeface="Calibri" panose="020F0502020204030204" pitchFamily="34" charset="0"/>
                      </a:endParaRPr>
                    </a:p>
                  </a:txBody>
                  <a:tcPr marL="2203" marR="2203" marT="2203" marB="2203" anchor="ctr"/>
                </a:tc>
                <a:tc>
                  <a:txBody>
                    <a:bodyPr/>
                    <a:lstStyle/>
                    <a:p>
                      <a:pPr marL="0" marR="0" algn="ctr">
                        <a:lnSpc>
                          <a:spcPct val="150000"/>
                        </a:lnSpc>
                        <a:spcAft>
                          <a:spcPts val="600"/>
                        </a:spcAft>
                        <a:buNone/>
                      </a:pPr>
                      <a:r>
                        <a:rPr lang="en-IN" sz="1200" dirty="0">
                          <a:effectLst/>
                        </a:rPr>
                        <a:t>Standard HD Monitor</a:t>
                      </a:r>
                      <a:endParaRPr lang="en-IN" sz="1200" dirty="0">
                        <a:effectLst/>
                        <a:latin typeface="Times New Roman" panose="02020603050405020304" pitchFamily="18" charset="0"/>
                        <a:ea typeface="Calibri" panose="020F0502020204030204" pitchFamily="34" charset="0"/>
                      </a:endParaRPr>
                    </a:p>
                  </a:txBody>
                  <a:tcPr marL="2203" marR="2203" marT="2203" marB="2203" anchor="ctr"/>
                </a:tc>
                <a:extLst>
                  <a:ext uri="{0D108BD9-81ED-4DB2-BD59-A6C34878D82A}">
                    <a16:rowId xmlns:a16="http://schemas.microsoft.com/office/drawing/2014/main" val="644358355"/>
                  </a:ext>
                </a:extLst>
              </a:tr>
              <a:tr h="711232">
                <a:tc>
                  <a:txBody>
                    <a:bodyPr/>
                    <a:lstStyle/>
                    <a:p>
                      <a:pPr marL="0" marR="0" algn="ctr">
                        <a:lnSpc>
                          <a:spcPct val="150000"/>
                        </a:lnSpc>
                        <a:spcAft>
                          <a:spcPts val="600"/>
                        </a:spcAft>
                        <a:buNone/>
                      </a:pPr>
                      <a:r>
                        <a:rPr lang="en-IN" sz="1200">
                          <a:effectLst/>
                        </a:rPr>
                        <a:t>Input Devices</a:t>
                      </a:r>
                      <a:endParaRPr lang="en-IN" sz="1200">
                        <a:effectLst/>
                        <a:latin typeface="Times New Roman" panose="02020603050405020304" pitchFamily="18" charset="0"/>
                        <a:ea typeface="Calibri" panose="020F0502020204030204" pitchFamily="34" charset="0"/>
                      </a:endParaRPr>
                    </a:p>
                  </a:txBody>
                  <a:tcPr marL="2203" marR="2203" marT="2203" marB="2203" anchor="ctr"/>
                </a:tc>
                <a:tc>
                  <a:txBody>
                    <a:bodyPr/>
                    <a:lstStyle/>
                    <a:p>
                      <a:pPr marL="0" marR="0" algn="ctr">
                        <a:lnSpc>
                          <a:spcPct val="150000"/>
                        </a:lnSpc>
                        <a:spcAft>
                          <a:spcPts val="600"/>
                        </a:spcAft>
                        <a:buNone/>
                      </a:pPr>
                      <a:r>
                        <a:rPr lang="en-IN" sz="1200">
                          <a:effectLst/>
                        </a:rPr>
                        <a:t>Keyboard and Mouse</a:t>
                      </a:r>
                      <a:endParaRPr lang="en-IN" sz="1200">
                        <a:effectLst/>
                        <a:latin typeface="Times New Roman" panose="02020603050405020304" pitchFamily="18" charset="0"/>
                        <a:ea typeface="Calibri" panose="020F0502020204030204" pitchFamily="34" charset="0"/>
                      </a:endParaRPr>
                    </a:p>
                  </a:txBody>
                  <a:tcPr marL="2203" marR="2203" marT="2203" marB="2203" anchor="ctr"/>
                </a:tc>
                <a:extLst>
                  <a:ext uri="{0D108BD9-81ED-4DB2-BD59-A6C34878D82A}">
                    <a16:rowId xmlns:a16="http://schemas.microsoft.com/office/drawing/2014/main" val="1453856267"/>
                  </a:ext>
                </a:extLst>
              </a:tr>
              <a:tr h="767714">
                <a:tc>
                  <a:txBody>
                    <a:bodyPr/>
                    <a:lstStyle/>
                    <a:p>
                      <a:pPr marL="0" marR="0" algn="ctr">
                        <a:lnSpc>
                          <a:spcPct val="150000"/>
                        </a:lnSpc>
                        <a:spcAft>
                          <a:spcPts val="600"/>
                        </a:spcAft>
                        <a:buNone/>
                      </a:pPr>
                      <a:r>
                        <a:rPr lang="en-IN" sz="1200">
                          <a:effectLst/>
                        </a:rPr>
                        <a:t>Operating System</a:t>
                      </a:r>
                      <a:endParaRPr lang="en-IN" sz="1200">
                        <a:effectLst/>
                        <a:latin typeface="Times New Roman" panose="02020603050405020304" pitchFamily="18" charset="0"/>
                        <a:ea typeface="Calibri" panose="020F0502020204030204" pitchFamily="34" charset="0"/>
                      </a:endParaRPr>
                    </a:p>
                  </a:txBody>
                  <a:tcPr marL="2203" marR="2203" marT="2203" marB="2203" anchor="ctr"/>
                </a:tc>
                <a:tc>
                  <a:txBody>
                    <a:bodyPr/>
                    <a:lstStyle/>
                    <a:p>
                      <a:pPr marL="0" marR="0" algn="ctr">
                        <a:lnSpc>
                          <a:spcPct val="150000"/>
                        </a:lnSpc>
                        <a:spcAft>
                          <a:spcPts val="600"/>
                        </a:spcAft>
                        <a:buNone/>
                      </a:pPr>
                      <a:r>
                        <a:rPr lang="en-IN" sz="1200" dirty="0">
                          <a:effectLst/>
                        </a:rPr>
                        <a:t>Windows 11</a:t>
                      </a:r>
                      <a:endParaRPr lang="en-IN" sz="1200" dirty="0">
                        <a:effectLst/>
                        <a:latin typeface="Times New Roman" panose="02020603050405020304" pitchFamily="18" charset="0"/>
                        <a:ea typeface="Calibri" panose="020F0502020204030204" pitchFamily="34" charset="0"/>
                      </a:endParaRPr>
                    </a:p>
                  </a:txBody>
                  <a:tcPr marL="2203" marR="2203" marT="2203" marB="2203" anchor="ctr"/>
                </a:tc>
                <a:extLst>
                  <a:ext uri="{0D108BD9-81ED-4DB2-BD59-A6C34878D82A}">
                    <a16:rowId xmlns:a16="http://schemas.microsoft.com/office/drawing/2014/main" val="3549985893"/>
                  </a:ext>
                </a:extLst>
              </a:tr>
            </a:tbl>
          </a:graphicData>
        </a:graphic>
      </p:graphicFrame>
    </p:spTree>
    <p:extLst>
      <p:ext uri="{BB962C8B-B14F-4D97-AF65-F5344CB8AC3E}">
        <p14:creationId xmlns:p14="http://schemas.microsoft.com/office/powerpoint/2010/main" val="350354241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EA4FB-9FBE-EDAD-09AD-E94281E4085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CCED96E-1F0A-A564-238E-36C5894B3C0A}"/>
              </a:ext>
            </a:extLst>
          </p:cNvPr>
          <p:cNvSpPr txBox="1"/>
          <p:nvPr/>
        </p:nvSpPr>
        <p:spPr>
          <a:xfrm>
            <a:off x="530942" y="369966"/>
            <a:ext cx="8278761" cy="1508105"/>
          </a:xfrm>
          <a:prstGeom prst="rect">
            <a:avLst/>
          </a:prstGeom>
          <a:noFill/>
        </p:spPr>
        <p:txBody>
          <a:bodyPr wrap="square">
            <a:spAutoFit/>
          </a:bodyPr>
          <a:lstStyle/>
          <a:p>
            <a:pPr marR="0" algn="just">
              <a:lnSpc>
                <a:spcPct val="150000"/>
              </a:lnSpc>
              <a:spcBef>
                <a:spcPts val="600"/>
              </a:spcBef>
              <a:spcAft>
                <a:spcPts val="600"/>
              </a:spcAft>
            </a:pPr>
            <a:r>
              <a:rPr lang="en-US" b="1" dirty="0">
                <a:latin typeface="Times New Roman" panose="02020603050405020304" pitchFamily="18" charset="0"/>
                <a:ea typeface="Calibri" panose="020F0502020204030204" pitchFamily="34" charset="0"/>
              </a:rPr>
              <a:t>Softw</a:t>
            </a:r>
            <a:r>
              <a:rPr lang="en-US" sz="1800" b="1" dirty="0">
                <a:effectLst/>
                <a:latin typeface="Times New Roman" panose="02020603050405020304" pitchFamily="18" charset="0"/>
                <a:ea typeface="Calibri" panose="020F0502020204030204" pitchFamily="34" charset="0"/>
              </a:rPr>
              <a:t>are requirements :</a:t>
            </a:r>
          </a:p>
          <a:p>
            <a:pPr marR="0" algn="just">
              <a:lnSpc>
                <a:spcPct val="150000"/>
              </a:lnSpc>
              <a:spcBef>
                <a:spcPts val="600"/>
              </a:spcBef>
              <a:spcAft>
                <a:spcPts val="600"/>
              </a:spcAft>
            </a:pPr>
            <a:endParaRPr lang="en-US" sz="2000" dirty="0">
              <a:solidFill>
                <a:srgbClr val="000000"/>
              </a:solidFill>
              <a:latin typeface="Times New Roman" panose="02020603050405020304" pitchFamily="18" charset="0"/>
              <a:cs typeface="Times New Roman" panose="02020603050405020304" pitchFamily="18" charset="0"/>
            </a:endParaRPr>
          </a:p>
          <a:p>
            <a:pPr algn="just"/>
            <a:endParaRPr lang="en-IN" sz="2000" b="1" dirty="0">
              <a:latin typeface="Times New Roman" panose="02020603050405020304" pitchFamily="18" charset="0"/>
              <a:ea typeface="Calibri" panose="020F0502020204030204" pitchFamily="34" charset="0"/>
            </a:endParaRPr>
          </a:p>
        </p:txBody>
      </p:sp>
      <p:graphicFrame>
        <p:nvGraphicFramePr>
          <p:cNvPr id="8" name="Table 7">
            <a:extLst>
              <a:ext uri="{FF2B5EF4-FFF2-40B4-BE49-F238E27FC236}">
                <a16:creationId xmlns:a16="http://schemas.microsoft.com/office/drawing/2014/main" id="{442BDC45-073C-E12C-9115-326D0B64C1CF}"/>
              </a:ext>
            </a:extLst>
          </p:cNvPr>
          <p:cNvGraphicFramePr>
            <a:graphicFrameLocks noGrp="1"/>
          </p:cNvGraphicFramePr>
          <p:nvPr>
            <p:extLst>
              <p:ext uri="{D42A27DB-BD31-4B8C-83A1-F6EECF244321}">
                <p14:modId xmlns:p14="http://schemas.microsoft.com/office/powerpoint/2010/main" val="398240693"/>
              </p:ext>
            </p:extLst>
          </p:nvPr>
        </p:nvGraphicFramePr>
        <p:xfrm>
          <a:off x="1309903" y="1104353"/>
          <a:ext cx="7018757" cy="3939595"/>
        </p:xfrm>
        <a:graphic>
          <a:graphicData uri="http://schemas.openxmlformats.org/drawingml/2006/table">
            <a:tbl>
              <a:tblPr firstRow="1" firstCol="1" bandRow="1">
                <a:tableStyleId>{0505E3EF-67EA-436B-97B2-0124C06EBD24}</a:tableStyleId>
              </a:tblPr>
              <a:tblGrid>
                <a:gridCol w="2176285">
                  <a:extLst>
                    <a:ext uri="{9D8B030D-6E8A-4147-A177-3AD203B41FA5}">
                      <a16:colId xmlns:a16="http://schemas.microsoft.com/office/drawing/2014/main" val="803281940"/>
                    </a:ext>
                  </a:extLst>
                </a:gridCol>
                <a:gridCol w="4842472">
                  <a:extLst>
                    <a:ext uri="{9D8B030D-6E8A-4147-A177-3AD203B41FA5}">
                      <a16:colId xmlns:a16="http://schemas.microsoft.com/office/drawing/2014/main" val="3164868606"/>
                    </a:ext>
                  </a:extLst>
                </a:gridCol>
              </a:tblGrid>
              <a:tr h="670271">
                <a:tc>
                  <a:txBody>
                    <a:bodyPr/>
                    <a:lstStyle/>
                    <a:p>
                      <a:pPr marL="0" marR="0" algn="ctr">
                        <a:lnSpc>
                          <a:spcPct val="150000"/>
                        </a:lnSpc>
                        <a:spcAft>
                          <a:spcPts val="600"/>
                        </a:spcAft>
                        <a:buNone/>
                      </a:pPr>
                      <a:r>
                        <a:rPr lang="en-IN" sz="1400" b="1" u="sng" dirty="0">
                          <a:effectLst/>
                          <a:latin typeface="Times New Roman" panose="02020603050405020304" pitchFamily="18" charset="0"/>
                          <a:ea typeface="Calibri" panose="020F0502020204030204" pitchFamily="34" charset="0"/>
                        </a:rPr>
                        <a:t>Software Component</a:t>
                      </a:r>
                      <a:endParaRPr lang="en-IN" sz="1200" u="sng" dirty="0">
                        <a:effectLst/>
                        <a:latin typeface="Times New Roman" panose="02020603050405020304" pitchFamily="18" charset="0"/>
                        <a:ea typeface="Calibri" panose="020F0502020204030204" pitchFamily="34" charset="0"/>
                      </a:endParaRPr>
                    </a:p>
                  </a:txBody>
                  <a:tcPr marL="9525" marR="9525" marT="9525" marB="9525" anchor="ctr"/>
                </a:tc>
                <a:tc>
                  <a:txBody>
                    <a:bodyPr/>
                    <a:lstStyle/>
                    <a:p>
                      <a:pPr marL="0" marR="0" algn="ctr">
                        <a:lnSpc>
                          <a:spcPct val="150000"/>
                        </a:lnSpc>
                        <a:spcAft>
                          <a:spcPts val="600"/>
                        </a:spcAft>
                        <a:buNone/>
                      </a:pPr>
                      <a:r>
                        <a:rPr lang="en-IN" sz="1400" b="1" u="sng" dirty="0">
                          <a:effectLst/>
                          <a:latin typeface="Times New Roman" panose="02020603050405020304" pitchFamily="18" charset="0"/>
                          <a:ea typeface="Calibri" panose="020F0502020204030204" pitchFamily="34" charset="0"/>
                        </a:rPr>
                        <a:t>Description / Purpose</a:t>
                      </a:r>
                      <a:endParaRPr lang="en-IN" sz="1200" u="sng" dirty="0">
                        <a:effectLst/>
                        <a:latin typeface="Times New Roman" panose="02020603050405020304" pitchFamily="18" charset="0"/>
                        <a:ea typeface="Calibri" panose="020F0502020204030204" pitchFamily="34" charset="0"/>
                      </a:endParaRPr>
                    </a:p>
                  </a:txBody>
                  <a:tcPr marL="9525" marR="9525" marT="9525" marB="9525" anchor="ctr"/>
                </a:tc>
                <a:extLst>
                  <a:ext uri="{0D108BD9-81ED-4DB2-BD59-A6C34878D82A}">
                    <a16:rowId xmlns:a16="http://schemas.microsoft.com/office/drawing/2014/main" val="4173574483"/>
                  </a:ext>
                </a:extLst>
              </a:tr>
              <a:tr h="620006">
                <a:tc>
                  <a:txBody>
                    <a:bodyPr/>
                    <a:lstStyle/>
                    <a:p>
                      <a:pPr marL="0" marR="0" algn="ctr">
                        <a:lnSpc>
                          <a:spcPct val="150000"/>
                        </a:lnSpc>
                        <a:spcAft>
                          <a:spcPts val="600"/>
                        </a:spcAft>
                        <a:buNone/>
                      </a:pPr>
                      <a:r>
                        <a:rPr lang="en-IN" sz="1400">
                          <a:effectLst/>
                          <a:latin typeface="Times New Roman" panose="02020603050405020304" pitchFamily="18" charset="0"/>
                          <a:ea typeface="Calibri" panose="020F0502020204030204" pitchFamily="34" charset="0"/>
                        </a:rPr>
                        <a:t>Operating System</a:t>
                      </a:r>
                      <a:endParaRPr lang="en-IN" sz="1200">
                        <a:effectLst/>
                        <a:latin typeface="Times New Roman" panose="02020603050405020304" pitchFamily="18" charset="0"/>
                        <a:ea typeface="Calibri" panose="020F0502020204030204" pitchFamily="34" charset="0"/>
                      </a:endParaRPr>
                    </a:p>
                  </a:txBody>
                  <a:tcPr marL="9525" marR="9525" marT="9525" marB="9525" anchor="ctr"/>
                </a:tc>
                <a:tc>
                  <a:txBody>
                    <a:bodyPr/>
                    <a:lstStyle/>
                    <a:p>
                      <a:pPr marL="0" marR="0" algn="ctr">
                        <a:lnSpc>
                          <a:spcPct val="150000"/>
                        </a:lnSpc>
                        <a:spcAft>
                          <a:spcPts val="600"/>
                        </a:spcAft>
                        <a:buNone/>
                      </a:pPr>
                      <a:r>
                        <a:rPr lang="en-IN" sz="1400" dirty="0">
                          <a:effectLst/>
                          <a:latin typeface="Times New Roman" panose="02020603050405020304" pitchFamily="18" charset="0"/>
                          <a:ea typeface="Calibri" panose="020F0502020204030204" pitchFamily="34" charset="0"/>
                        </a:rPr>
                        <a:t>Windows 10/11.</a:t>
                      </a:r>
                      <a:endParaRPr lang="en-IN" sz="1200" dirty="0">
                        <a:effectLst/>
                        <a:latin typeface="Times New Roman" panose="02020603050405020304" pitchFamily="18" charset="0"/>
                        <a:ea typeface="Calibri" panose="020F0502020204030204" pitchFamily="34" charset="0"/>
                      </a:endParaRPr>
                    </a:p>
                  </a:txBody>
                  <a:tcPr marL="9525" marR="9525" marT="9525" marB="9525" anchor="ctr"/>
                </a:tc>
                <a:extLst>
                  <a:ext uri="{0D108BD9-81ED-4DB2-BD59-A6C34878D82A}">
                    <a16:rowId xmlns:a16="http://schemas.microsoft.com/office/drawing/2014/main" val="1014781420"/>
                  </a:ext>
                </a:extLst>
              </a:tr>
              <a:tr h="650729">
                <a:tc>
                  <a:txBody>
                    <a:bodyPr/>
                    <a:lstStyle/>
                    <a:p>
                      <a:pPr marL="0" marR="0" algn="ctr">
                        <a:lnSpc>
                          <a:spcPct val="150000"/>
                        </a:lnSpc>
                        <a:spcAft>
                          <a:spcPts val="600"/>
                        </a:spcAft>
                        <a:buNone/>
                      </a:pPr>
                      <a:r>
                        <a:rPr lang="en-IN" sz="1400">
                          <a:effectLst/>
                          <a:latin typeface="Times New Roman" panose="02020603050405020304" pitchFamily="18" charset="0"/>
                          <a:ea typeface="Calibri" panose="020F0502020204030204" pitchFamily="34" charset="0"/>
                        </a:rPr>
                        <a:t>Web Browser</a:t>
                      </a:r>
                      <a:endParaRPr lang="en-IN" sz="1200">
                        <a:effectLst/>
                        <a:latin typeface="Times New Roman" panose="02020603050405020304" pitchFamily="18" charset="0"/>
                        <a:ea typeface="Calibri" panose="020F0502020204030204" pitchFamily="34" charset="0"/>
                      </a:endParaRPr>
                    </a:p>
                  </a:txBody>
                  <a:tcPr marL="9525" marR="9525" marT="9525" marB="9525" anchor="ctr"/>
                </a:tc>
                <a:tc>
                  <a:txBody>
                    <a:bodyPr/>
                    <a:lstStyle/>
                    <a:p>
                      <a:pPr marL="0" marR="0" algn="ctr">
                        <a:lnSpc>
                          <a:spcPct val="150000"/>
                        </a:lnSpc>
                        <a:spcAft>
                          <a:spcPts val="600"/>
                        </a:spcAft>
                        <a:buNone/>
                      </a:pPr>
                      <a:r>
                        <a:rPr lang="en-IN" sz="1400" dirty="0">
                          <a:effectLst/>
                          <a:latin typeface="Times New Roman" panose="02020603050405020304" pitchFamily="18" charset="0"/>
                          <a:ea typeface="Calibri" panose="020F0502020204030204" pitchFamily="34" charset="0"/>
                        </a:rPr>
                        <a:t>Google Chrome for testing the UI.</a:t>
                      </a:r>
                      <a:endParaRPr lang="en-IN" sz="1200" dirty="0">
                        <a:effectLst/>
                        <a:latin typeface="Times New Roman" panose="02020603050405020304" pitchFamily="18" charset="0"/>
                        <a:ea typeface="Calibri" panose="020F0502020204030204" pitchFamily="34" charset="0"/>
                      </a:endParaRPr>
                    </a:p>
                  </a:txBody>
                  <a:tcPr marL="9525" marR="9525" marT="9525" marB="9525" anchor="ctr"/>
                </a:tc>
                <a:extLst>
                  <a:ext uri="{0D108BD9-81ED-4DB2-BD59-A6C34878D82A}">
                    <a16:rowId xmlns:a16="http://schemas.microsoft.com/office/drawing/2014/main" val="1561923316"/>
                  </a:ext>
                </a:extLst>
              </a:tr>
              <a:tr h="936706">
                <a:tc>
                  <a:txBody>
                    <a:bodyPr/>
                    <a:lstStyle/>
                    <a:p>
                      <a:pPr marL="0" marR="0" algn="ctr">
                        <a:lnSpc>
                          <a:spcPct val="150000"/>
                        </a:lnSpc>
                        <a:spcAft>
                          <a:spcPts val="600"/>
                        </a:spcAft>
                        <a:buNone/>
                      </a:pPr>
                      <a:r>
                        <a:rPr lang="en-IN" sz="1400">
                          <a:effectLst/>
                          <a:latin typeface="Times New Roman" panose="02020603050405020304" pitchFamily="18" charset="0"/>
                          <a:ea typeface="Calibri" panose="020F0502020204030204" pitchFamily="34" charset="0"/>
                        </a:rPr>
                        <a:t>Code Editor / IDE</a:t>
                      </a:r>
                      <a:endParaRPr lang="en-IN" sz="1200">
                        <a:effectLst/>
                        <a:latin typeface="Times New Roman" panose="02020603050405020304" pitchFamily="18" charset="0"/>
                        <a:ea typeface="Calibri" panose="020F0502020204030204" pitchFamily="34" charset="0"/>
                      </a:endParaRPr>
                    </a:p>
                  </a:txBody>
                  <a:tcPr marL="9525" marR="9525" marT="9525" marB="9525" anchor="ctr"/>
                </a:tc>
                <a:tc>
                  <a:txBody>
                    <a:bodyPr/>
                    <a:lstStyle/>
                    <a:p>
                      <a:pPr marL="0" marR="0" algn="ctr">
                        <a:lnSpc>
                          <a:spcPct val="150000"/>
                        </a:lnSpc>
                        <a:spcAft>
                          <a:spcPts val="600"/>
                        </a:spcAft>
                        <a:buNone/>
                      </a:pPr>
                      <a:r>
                        <a:rPr lang="en-IN" sz="1400">
                          <a:effectLst/>
                          <a:latin typeface="Times New Roman" panose="02020603050405020304" pitchFamily="18" charset="0"/>
                          <a:ea typeface="Calibri" panose="020F0502020204030204" pitchFamily="34" charset="0"/>
                        </a:rPr>
                        <a:t>Visual Studio Code – For writing HTML, CSS, JavaScript, PHP, and SQL code.</a:t>
                      </a:r>
                      <a:endParaRPr lang="en-IN" sz="1200">
                        <a:effectLst/>
                        <a:latin typeface="Times New Roman" panose="02020603050405020304" pitchFamily="18" charset="0"/>
                        <a:ea typeface="Calibri" panose="020F0502020204030204" pitchFamily="34" charset="0"/>
                      </a:endParaRPr>
                    </a:p>
                  </a:txBody>
                  <a:tcPr marL="9525" marR="9525" marT="9525" marB="9525" anchor="ctr"/>
                </a:tc>
                <a:extLst>
                  <a:ext uri="{0D108BD9-81ED-4DB2-BD59-A6C34878D82A}">
                    <a16:rowId xmlns:a16="http://schemas.microsoft.com/office/drawing/2014/main" val="1512882947"/>
                  </a:ext>
                </a:extLst>
              </a:tr>
              <a:tr h="1061883">
                <a:tc>
                  <a:txBody>
                    <a:bodyPr/>
                    <a:lstStyle/>
                    <a:p>
                      <a:pPr marL="0" marR="0" algn="ctr">
                        <a:lnSpc>
                          <a:spcPct val="150000"/>
                        </a:lnSpc>
                        <a:spcAft>
                          <a:spcPts val="600"/>
                        </a:spcAft>
                        <a:buNone/>
                      </a:pPr>
                      <a:r>
                        <a:rPr lang="en-IN" sz="1400">
                          <a:effectLst/>
                          <a:latin typeface="Times New Roman" panose="02020603050405020304" pitchFamily="18" charset="0"/>
                          <a:ea typeface="Calibri" panose="020F0502020204030204" pitchFamily="34" charset="0"/>
                        </a:rPr>
                        <a:t>Local Server Environment</a:t>
                      </a:r>
                      <a:endParaRPr lang="en-IN" sz="1200">
                        <a:effectLst/>
                        <a:latin typeface="Times New Roman" panose="02020603050405020304" pitchFamily="18" charset="0"/>
                        <a:ea typeface="Calibri" panose="020F0502020204030204" pitchFamily="34" charset="0"/>
                      </a:endParaRPr>
                    </a:p>
                  </a:txBody>
                  <a:tcPr marL="9525" marR="9525" marT="9525" marB="9525" anchor="ctr"/>
                </a:tc>
                <a:tc>
                  <a:txBody>
                    <a:bodyPr/>
                    <a:lstStyle/>
                    <a:p>
                      <a:pPr marL="0" marR="0" algn="ctr">
                        <a:lnSpc>
                          <a:spcPct val="150000"/>
                        </a:lnSpc>
                        <a:spcAft>
                          <a:spcPts val="600"/>
                        </a:spcAft>
                        <a:buNone/>
                      </a:pPr>
                      <a:r>
                        <a:rPr lang="en-IN" sz="1400" dirty="0">
                          <a:effectLst/>
                          <a:latin typeface="Times New Roman" panose="02020603050405020304" pitchFamily="18" charset="0"/>
                          <a:ea typeface="Calibri" panose="020F0502020204030204" pitchFamily="34" charset="0"/>
                        </a:rPr>
                        <a:t>XAMPP – Includes Apache (for running PHP) and MySQL (for database management).</a:t>
                      </a:r>
                      <a:endParaRPr lang="en-IN" sz="1200" dirty="0">
                        <a:effectLst/>
                        <a:latin typeface="Times New Roman" panose="02020603050405020304" pitchFamily="18" charset="0"/>
                        <a:ea typeface="Calibri" panose="020F0502020204030204" pitchFamily="34" charset="0"/>
                      </a:endParaRPr>
                    </a:p>
                  </a:txBody>
                  <a:tcPr marL="9525" marR="9525" marT="9525" marB="9525" anchor="ctr"/>
                </a:tc>
                <a:extLst>
                  <a:ext uri="{0D108BD9-81ED-4DB2-BD59-A6C34878D82A}">
                    <a16:rowId xmlns:a16="http://schemas.microsoft.com/office/drawing/2014/main" val="644358355"/>
                  </a:ext>
                </a:extLst>
              </a:tr>
            </a:tbl>
          </a:graphicData>
        </a:graphic>
      </p:graphicFrame>
    </p:spTree>
    <p:extLst>
      <p:ext uri="{BB962C8B-B14F-4D97-AF65-F5344CB8AC3E}">
        <p14:creationId xmlns:p14="http://schemas.microsoft.com/office/powerpoint/2010/main" val="163491643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D8C6D161-9598-6F67-799F-2B3895CC8524}"/>
              </a:ext>
            </a:extLst>
          </p:cNvPr>
          <p:cNvSpPr txBox="1"/>
          <p:nvPr/>
        </p:nvSpPr>
        <p:spPr>
          <a:xfrm>
            <a:off x="863131" y="1604758"/>
            <a:ext cx="8504685" cy="4705391"/>
          </a:xfrm>
          <a:prstGeom prst="rect">
            <a:avLst/>
          </a:prstGeom>
          <a:noFill/>
        </p:spPr>
        <p:txBody>
          <a:bodyPr wrap="square">
            <a:spAutoFit/>
          </a:bodyPr>
          <a:lstStyle/>
          <a:p>
            <a:pPr marL="0" marR="0" algn="just">
              <a:lnSpc>
                <a:spcPct val="150000"/>
              </a:lnSpc>
              <a:spcBef>
                <a:spcPts val="600"/>
              </a:spcBef>
              <a:spcAft>
                <a:spcPts val="600"/>
              </a:spcAft>
            </a:pPr>
            <a:r>
              <a:rPr lang="en-IN" sz="1800" dirty="0">
                <a:effectLst/>
                <a:latin typeface="Times New Roman" panose="02020603050405020304" pitchFamily="18" charset="0"/>
                <a:ea typeface="Calibri" panose="020F0502020204030204" pitchFamily="34" charset="0"/>
              </a:rPr>
              <a:t>The fitness management system has been developed as a full-stack web application with a user - </a:t>
            </a:r>
            <a:r>
              <a:rPr lang="en-IN" sz="1800" dirty="0" err="1">
                <a:effectLst/>
                <a:latin typeface="Times New Roman" panose="02020603050405020304" pitchFamily="18" charset="0"/>
                <a:ea typeface="Calibri" panose="020F0502020204030204" pitchFamily="34" charset="0"/>
              </a:rPr>
              <a:t>Centered</a:t>
            </a:r>
            <a:r>
              <a:rPr lang="en-IN" sz="1800" dirty="0">
                <a:effectLst/>
                <a:latin typeface="Times New Roman" panose="02020603050405020304" pitchFamily="18" charset="0"/>
                <a:ea typeface="Calibri" panose="020F0502020204030204" pitchFamily="34" charset="0"/>
              </a:rPr>
              <a:t> approach, combining convenience, progress tracking, and personalized fitness services in a single platform.</a:t>
            </a:r>
          </a:p>
          <a:p>
            <a:pPr marL="0" marR="0" algn="just">
              <a:lnSpc>
                <a:spcPct val="150000"/>
              </a:lnSpc>
              <a:spcBef>
                <a:spcPts val="600"/>
              </a:spcBef>
              <a:spcAft>
                <a:spcPts val="600"/>
              </a:spcAft>
              <a:buNone/>
            </a:pPr>
            <a:r>
              <a:rPr lang="en-IN" sz="1800" b="1" dirty="0">
                <a:effectLst/>
                <a:latin typeface="Times New Roman" panose="02020603050405020304" pitchFamily="18" charset="0"/>
                <a:ea typeface="Calibri" panose="020F0502020204030204" pitchFamily="34" charset="0"/>
              </a:rPr>
              <a:t>Key highlights of the system include:</a:t>
            </a:r>
          </a:p>
          <a:p>
            <a:pPr marL="342900" marR="0" lvl="0" indent="-342900" algn="just">
              <a:lnSpc>
                <a:spcPct val="150000"/>
              </a:lnSpc>
              <a:spcBef>
                <a:spcPts val="600"/>
              </a:spcBef>
              <a:spcAft>
                <a:spcPts val="6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Calibri" panose="020F0502020204030204" pitchFamily="34" charset="0"/>
              </a:rPr>
              <a:t>A functional trainer booking system with goal-based recommendations</a:t>
            </a:r>
          </a:p>
          <a:p>
            <a:pPr marL="342900" marR="0" lvl="0" indent="-342900" algn="just">
              <a:lnSpc>
                <a:spcPct val="150000"/>
              </a:lnSpc>
              <a:spcBef>
                <a:spcPts val="600"/>
              </a:spcBef>
              <a:spcAft>
                <a:spcPts val="6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Calibri" panose="020F0502020204030204" pitchFamily="34" charset="0"/>
              </a:rPr>
              <a:t>Goal setting and user-specific progress monitoring</a:t>
            </a:r>
          </a:p>
          <a:p>
            <a:pPr marL="342900" marR="0" lvl="0" indent="-342900" algn="just">
              <a:lnSpc>
                <a:spcPct val="150000"/>
              </a:lnSpc>
              <a:spcBef>
                <a:spcPts val="600"/>
              </a:spcBef>
              <a:spcAft>
                <a:spcPts val="6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Calibri" panose="020F0502020204030204" pitchFamily="34" charset="0"/>
              </a:rPr>
              <a:t>Trainer request handling with approval flow and booking limitations</a:t>
            </a:r>
          </a:p>
          <a:p>
            <a:pPr marL="342900" marR="0" lvl="0" indent="-342900" algn="just">
              <a:lnSpc>
                <a:spcPct val="150000"/>
              </a:lnSpc>
              <a:spcBef>
                <a:spcPts val="600"/>
              </a:spcBef>
              <a:spcAft>
                <a:spcPts val="6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Calibri" panose="020F0502020204030204" pitchFamily="34" charset="0"/>
              </a:rPr>
              <a:t>Secure backend integration using PHP and MySQL</a:t>
            </a:r>
          </a:p>
          <a:p>
            <a:pPr marL="0" marR="0" algn="just">
              <a:lnSpc>
                <a:spcPct val="150000"/>
              </a:lnSpc>
              <a:spcBef>
                <a:spcPts val="600"/>
              </a:spcBef>
              <a:spcAft>
                <a:spcPts val="600"/>
              </a:spcAft>
            </a:pPr>
            <a:endParaRPr lang="en-IN" dirty="0">
              <a:latin typeface="Times New Roman" panose="02020603050405020304" pitchFamily="18" charset="0"/>
              <a:ea typeface="Calibri" panose="020F0502020204030204" pitchFamily="34" charset="0"/>
            </a:endParaRPr>
          </a:p>
        </p:txBody>
      </p:sp>
      <p:sp>
        <p:nvSpPr>
          <p:cNvPr id="10" name="Title 2">
            <a:extLst>
              <a:ext uri="{FF2B5EF4-FFF2-40B4-BE49-F238E27FC236}">
                <a16:creationId xmlns:a16="http://schemas.microsoft.com/office/drawing/2014/main" id="{F8117165-F772-D127-23DF-8D5170057448}"/>
              </a:ext>
            </a:extLst>
          </p:cNvPr>
          <p:cNvSpPr>
            <a:spLocks noGrp="1"/>
          </p:cNvSpPr>
          <p:nvPr>
            <p:ph type="title"/>
          </p:nvPr>
        </p:nvSpPr>
        <p:spPr>
          <a:xfrm>
            <a:off x="863131" y="193571"/>
            <a:ext cx="8647721" cy="1185045"/>
          </a:xfrm>
        </p:spPr>
        <p:txBody>
          <a:bodyPr>
            <a:normAutofit/>
          </a:bodyPr>
          <a:lstStyle/>
          <a:p>
            <a:r>
              <a:rPr lang="en-US" dirty="0"/>
              <a:t>Conclusion </a:t>
            </a:r>
          </a:p>
        </p:txBody>
      </p:sp>
    </p:spTree>
    <p:extLst>
      <p:ext uri="{BB962C8B-B14F-4D97-AF65-F5344CB8AC3E}">
        <p14:creationId xmlns:p14="http://schemas.microsoft.com/office/powerpoint/2010/main" val="272386585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F75DE-8A44-4EC5-83C6-95BDDF10DFD9}"/>
              </a:ext>
            </a:extLst>
          </p:cNvPr>
          <p:cNvSpPr>
            <a:spLocks noGrp="1"/>
          </p:cNvSpPr>
          <p:nvPr>
            <p:ph type="title"/>
          </p:nvPr>
        </p:nvSpPr>
        <p:spPr>
          <a:xfrm>
            <a:off x="572479" y="256840"/>
            <a:ext cx="11047042" cy="1185045"/>
          </a:xfrm>
        </p:spPr>
        <p:txBody>
          <a:bodyPr/>
          <a:lstStyle/>
          <a:p>
            <a:r>
              <a:rPr lang="en-US" dirty="0"/>
              <a:t>Future enhancements </a:t>
            </a:r>
          </a:p>
        </p:txBody>
      </p:sp>
      <p:sp>
        <p:nvSpPr>
          <p:cNvPr id="6" name="TextBox 5">
            <a:extLst>
              <a:ext uri="{FF2B5EF4-FFF2-40B4-BE49-F238E27FC236}">
                <a16:creationId xmlns:a16="http://schemas.microsoft.com/office/drawing/2014/main" id="{1EFA8303-79CC-B63F-B2F6-149676F939A2}"/>
              </a:ext>
            </a:extLst>
          </p:cNvPr>
          <p:cNvSpPr txBox="1"/>
          <p:nvPr/>
        </p:nvSpPr>
        <p:spPr>
          <a:xfrm>
            <a:off x="572479" y="1714044"/>
            <a:ext cx="11216398" cy="4443781"/>
          </a:xfrm>
          <a:prstGeom prst="rect">
            <a:avLst/>
          </a:prstGeom>
          <a:noFill/>
        </p:spPr>
        <p:txBody>
          <a:bodyPr wrap="square">
            <a:spAutoFit/>
          </a:bodyPr>
          <a:lstStyle/>
          <a:p>
            <a:pPr marL="0" marR="0" algn="just">
              <a:lnSpc>
                <a:spcPct val="150000"/>
              </a:lnSpc>
              <a:spcBef>
                <a:spcPts val="600"/>
              </a:spcBef>
              <a:spcAft>
                <a:spcPts val="600"/>
              </a:spcAft>
              <a:buNone/>
            </a:pPr>
            <a:r>
              <a:rPr lang="en-IN" sz="1800" dirty="0">
                <a:effectLst/>
                <a:latin typeface="Times New Roman" panose="02020603050405020304" pitchFamily="18" charset="0"/>
                <a:ea typeface="Calibri" panose="020F0502020204030204" pitchFamily="34" charset="0"/>
              </a:rPr>
              <a:t>There are multiple possibilities for expanding and improving the system in the future, such as:</a:t>
            </a:r>
          </a:p>
          <a:p>
            <a:pPr marL="342900" marR="0" lvl="0" indent="-342900" algn="just">
              <a:lnSpc>
                <a:spcPct val="150000"/>
              </a:lnSpc>
              <a:spcBef>
                <a:spcPts val="600"/>
              </a:spcBef>
              <a:spcAft>
                <a:spcPts val="6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Calibri" panose="020F0502020204030204" pitchFamily="34" charset="0"/>
              </a:rPr>
              <a:t>Mobile application.</a:t>
            </a:r>
          </a:p>
          <a:p>
            <a:pPr marL="342900" marR="0" lvl="0" indent="-342900" algn="just">
              <a:lnSpc>
                <a:spcPct val="150000"/>
              </a:lnSpc>
              <a:spcBef>
                <a:spcPts val="600"/>
              </a:spcBef>
              <a:spcAft>
                <a:spcPts val="6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Calibri" panose="020F0502020204030204" pitchFamily="34" charset="0"/>
              </a:rPr>
              <a:t>AI-based recommendations.</a:t>
            </a:r>
          </a:p>
          <a:p>
            <a:pPr marL="342900" marR="0" lvl="0" indent="-342900" algn="just">
              <a:lnSpc>
                <a:spcPct val="150000"/>
              </a:lnSpc>
              <a:spcBef>
                <a:spcPts val="600"/>
              </a:spcBef>
              <a:spcAft>
                <a:spcPts val="6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Calibri" panose="020F0502020204030204" pitchFamily="34" charset="0"/>
              </a:rPr>
              <a:t>Chat or messaging module.</a:t>
            </a:r>
          </a:p>
          <a:p>
            <a:pPr marL="342900" marR="0" lvl="0" indent="-342900" algn="just">
              <a:lnSpc>
                <a:spcPct val="150000"/>
              </a:lnSpc>
              <a:spcBef>
                <a:spcPts val="600"/>
              </a:spcBef>
              <a:spcAft>
                <a:spcPts val="6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Calibri" panose="020F0502020204030204" pitchFamily="34" charset="0"/>
              </a:rPr>
              <a:t>Gamification elements.</a:t>
            </a:r>
          </a:p>
          <a:p>
            <a:pPr marL="342900" marR="0" lvl="0" indent="-342900" algn="just">
              <a:lnSpc>
                <a:spcPct val="150000"/>
              </a:lnSpc>
              <a:spcBef>
                <a:spcPts val="600"/>
              </a:spcBef>
              <a:spcAft>
                <a:spcPts val="6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Calibri" panose="020F0502020204030204" pitchFamily="34" charset="0"/>
              </a:rPr>
              <a:t>Progress visualization tools.</a:t>
            </a:r>
          </a:p>
          <a:p>
            <a:pPr marL="342900" marR="0" lvl="0" indent="-342900" algn="just">
              <a:lnSpc>
                <a:spcPct val="150000"/>
              </a:lnSpc>
              <a:spcBef>
                <a:spcPts val="600"/>
              </a:spcBef>
              <a:spcAft>
                <a:spcPts val="6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Calibri" panose="020F0502020204030204" pitchFamily="34" charset="0"/>
              </a:rPr>
              <a:t>Integration with wearables.</a:t>
            </a:r>
          </a:p>
          <a:p>
            <a:pPr marL="342900" marR="0" lvl="0" indent="-342900" algn="just">
              <a:lnSpc>
                <a:spcPct val="150000"/>
              </a:lnSpc>
              <a:spcBef>
                <a:spcPts val="600"/>
              </a:spcBef>
              <a:spcAft>
                <a:spcPts val="6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Calibri" panose="020F0502020204030204" pitchFamily="34" charset="0"/>
              </a:rPr>
              <a:t>Multilingual support.</a:t>
            </a:r>
            <a:endParaRPr lang="en-IN" dirty="0">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421291746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E938B-DF57-315A-67D3-B75DE626FA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D2A42B-4E93-BAC7-A7DF-ACAA948B8227}"/>
              </a:ext>
            </a:extLst>
          </p:cNvPr>
          <p:cNvSpPr>
            <a:spLocks noGrp="1"/>
          </p:cNvSpPr>
          <p:nvPr>
            <p:ph type="title"/>
          </p:nvPr>
        </p:nvSpPr>
        <p:spPr>
          <a:xfrm>
            <a:off x="572479" y="256840"/>
            <a:ext cx="11047042" cy="1185045"/>
          </a:xfrm>
        </p:spPr>
        <p:txBody>
          <a:bodyPr/>
          <a:lstStyle/>
          <a:p>
            <a:r>
              <a:rPr lang="en-US" dirty="0"/>
              <a:t>Bibliography </a:t>
            </a:r>
          </a:p>
        </p:txBody>
      </p:sp>
      <p:sp>
        <p:nvSpPr>
          <p:cNvPr id="6" name="TextBox 5">
            <a:extLst>
              <a:ext uri="{FF2B5EF4-FFF2-40B4-BE49-F238E27FC236}">
                <a16:creationId xmlns:a16="http://schemas.microsoft.com/office/drawing/2014/main" id="{63D5385E-1D8B-3CE7-9B50-564405B5A83F}"/>
              </a:ext>
            </a:extLst>
          </p:cNvPr>
          <p:cNvSpPr txBox="1"/>
          <p:nvPr/>
        </p:nvSpPr>
        <p:spPr>
          <a:xfrm>
            <a:off x="572479" y="1714044"/>
            <a:ext cx="11216398" cy="873572"/>
          </a:xfrm>
          <a:prstGeom prst="rect">
            <a:avLst/>
          </a:prstGeom>
          <a:noFill/>
        </p:spPr>
        <p:txBody>
          <a:bodyPr wrap="square">
            <a:spAutoFit/>
          </a:bodyPr>
          <a:lstStyle/>
          <a:p>
            <a:pPr marL="0" marR="0" algn="just">
              <a:lnSpc>
                <a:spcPct val="150000"/>
              </a:lnSpc>
              <a:spcBef>
                <a:spcPts val="600"/>
              </a:spcBef>
              <a:spcAft>
                <a:spcPts val="600"/>
              </a:spcAft>
              <a:buNone/>
            </a:pPr>
            <a:r>
              <a:rPr lang="en-IN" sz="1800" dirty="0">
                <a:effectLst/>
                <a:latin typeface="Times New Roman" panose="02020603050405020304" pitchFamily="18" charset="0"/>
                <a:ea typeface="Calibri" panose="020F0502020204030204" pitchFamily="34" charset="0"/>
              </a:rPr>
              <a:t>Below is a list of references and tools used during the development of the </a:t>
            </a:r>
            <a:r>
              <a:rPr lang="en-IN" sz="1800" b="1" i="1" dirty="0">
                <a:effectLst/>
                <a:latin typeface="Times New Roman" panose="02020603050405020304" pitchFamily="18" charset="0"/>
                <a:ea typeface="Calibri" panose="020F0502020204030204" pitchFamily="34" charset="0"/>
              </a:rPr>
              <a:t>fitness and health tracker application</a:t>
            </a:r>
            <a:r>
              <a:rPr lang="en-IN" sz="1800" i="1" dirty="0">
                <a:effectLst/>
                <a:latin typeface="Times New Roman" panose="02020603050405020304" pitchFamily="18" charset="0"/>
                <a:ea typeface="Calibri" panose="020F0502020204030204" pitchFamily="34" charset="0"/>
              </a:rPr>
              <a:t> </a:t>
            </a:r>
            <a:r>
              <a:rPr lang="en-IN" sz="1800" dirty="0">
                <a:effectLst/>
                <a:latin typeface="Times New Roman" panose="02020603050405020304" pitchFamily="18" charset="0"/>
                <a:ea typeface="Calibri" panose="020F0502020204030204" pitchFamily="34" charset="0"/>
              </a:rPr>
              <a:t>project.</a:t>
            </a:r>
          </a:p>
        </p:txBody>
      </p:sp>
      <p:sp>
        <p:nvSpPr>
          <p:cNvPr id="4" name="TextBox 3">
            <a:extLst>
              <a:ext uri="{FF2B5EF4-FFF2-40B4-BE49-F238E27FC236}">
                <a16:creationId xmlns:a16="http://schemas.microsoft.com/office/drawing/2014/main" id="{8590F8DE-846D-34CD-D962-FEA9B558CF3A}"/>
              </a:ext>
            </a:extLst>
          </p:cNvPr>
          <p:cNvSpPr txBox="1"/>
          <p:nvPr/>
        </p:nvSpPr>
        <p:spPr>
          <a:xfrm>
            <a:off x="572478" y="2859775"/>
            <a:ext cx="5523521" cy="3207545"/>
          </a:xfrm>
          <a:prstGeom prst="rect">
            <a:avLst/>
          </a:prstGeom>
          <a:noFill/>
        </p:spPr>
        <p:txBody>
          <a:bodyPr wrap="square">
            <a:spAutoFit/>
          </a:bodyPr>
          <a:lstStyle/>
          <a:p>
            <a:pPr marL="342900" marR="201295" lvl="0" indent="-342900">
              <a:lnSpc>
                <a:spcPct val="150000"/>
              </a:lnSpc>
              <a:spcBef>
                <a:spcPts val="685"/>
              </a:spcBef>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rPr>
              <a:t>Tailwind CSS Documentation</a:t>
            </a:r>
            <a:br>
              <a:rPr lang="en-IN" sz="1800" dirty="0">
                <a:effectLst/>
                <a:latin typeface="Times New Roman" panose="02020603050405020304" pitchFamily="18" charset="0"/>
                <a:ea typeface="Times New Roman" panose="02020603050405020304" pitchFamily="18" charset="0"/>
              </a:rPr>
            </a:br>
            <a:r>
              <a:rPr lang="en-IN" sz="1800" u="sng" dirty="0">
                <a:solidFill>
                  <a:srgbClr val="0563C1"/>
                </a:solidFill>
                <a:effectLst/>
                <a:latin typeface="Times New Roman" panose="02020603050405020304" pitchFamily="18" charset="0"/>
                <a:ea typeface="Times New Roman" panose="02020603050405020304" pitchFamily="18" charset="0"/>
                <a:hlinkClick r:id="rId3"/>
              </a:rPr>
              <a:t>https://tailwindcss.com/docs</a:t>
            </a:r>
            <a:endParaRPr lang="en-IN" sz="1800" dirty="0">
              <a:effectLst/>
              <a:latin typeface="Times New Roman" panose="02020603050405020304" pitchFamily="18" charset="0"/>
              <a:ea typeface="Times New Roman" panose="02020603050405020304" pitchFamily="18" charset="0"/>
            </a:endParaRPr>
          </a:p>
          <a:p>
            <a:pPr marL="342900" marR="201295" lvl="0" indent="-342900">
              <a:lnSpc>
                <a:spcPct val="150000"/>
              </a:lnSpc>
              <a:spcBef>
                <a:spcPts val="685"/>
              </a:spcBef>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rPr>
              <a:t>PHP Manual – Official Documentation</a:t>
            </a:r>
            <a:br>
              <a:rPr lang="en-IN" sz="1800" dirty="0">
                <a:effectLst/>
                <a:latin typeface="Times New Roman" panose="02020603050405020304" pitchFamily="18" charset="0"/>
                <a:ea typeface="Times New Roman" panose="02020603050405020304" pitchFamily="18" charset="0"/>
              </a:rPr>
            </a:br>
            <a:r>
              <a:rPr lang="en-IN" sz="1800" u="sng" dirty="0">
                <a:solidFill>
                  <a:srgbClr val="0563C1"/>
                </a:solidFill>
                <a:effectLst/>
                <a:latin typeface="Times New Roman" panose="02020603050405020304" pitchFamily="18" charset="0"/>
                <a:ea typeface="Times New Roman" panose="02020603050405020304" pitchFamily="18" charset="0"/>
                <a:hlinkClick r:id="rId4"/>
              </a:rPr>
              <a:t>https://www.php.net/manual/en/</a:t>
            </a:r>
            <a:endParaRPr lang="en-IN" sz="1800" dirty="0">
              <a:effectLst/>
              <a:latin typeface="Times New Roman" panose="02020603050405020304" pitchFamily="18" charset="0"/>
              <a:ea typeface="Times New Roman" panose="02020603050405020304" pitchFamily="18" charset="0"/>
            </a:endParaRPr>
          </a:p>
          <a:p>
            <a:pPr marL="342900" marR="201295" lvl="0" indent="-342900">
              <a:lnSpc>
                <a:spcPct val="150000"/>
              </a:lnSpc>
              <a:spcBef>
                <a:spcPts val="685"/>
              </a:spcBef>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rPr>
              <a:t>MySQL Documentation – Database Management</a:t>
            </a:r>
            <a:br>
              <a:rPr lang="en-IN" sz="1800" dirty="0">
                <a:effectLst/>
                <a:latin typeface="Times New Roman" panose="02020603050405020304" pitchFamily="18" charset="0"/>
                <a:ea typeface="Times New Roman" panose="02020603050405020304" pitchFamily="18" charset="0"/>
              </a:rPr>
            </a:br>
            <a:r>
              <a:rPr lang="en-IN" sz="1800" u="sng" dirty="0">
                <a:solidFill>
                  <a:srgbClr val="0563C1"/>
                </a:solidFill>
                <a:effectLst/>
                <a:latin typeface="Times New Roman" panose="02020603050405020304" pitchFamily="18" charset="0"/>
                <a:ea typeface="Times New Roman" panose="02020603050405020304" pitchFamily="18" charset="0"/>
                <a:hlinkClick r:id="rId5"/>
              </a:rPr>
              <a:t>https://dev.mysql.com/doc/</a:t>
            </a:r>
            <a:endParaRPr lang="en-IN" sz="1800" dirty="0">
              <a:effectLst/>
              <a:latin typeface="Times New Roman" panose="02020603050405020304" pitchFamily="18" charset="0"/>
              <a:ea typeface="Times New Roman" panose="02020603050405020304" pitchFamily="18" charset="0"/>
            </a:endParaRPr>
          </a:p>
          <a:p>
            <a:pPr marL="0" marR="0" algn="just">
              <a:lnSpc>
                <a:spcPct val="150000"/>
              </a:lnSpc>
              <a:spcBef>
                <a:spcPts val="600"/>
              </a:spcBef>
              <a:spcAft>
                <a:spcPts val="600"/>
              </a:spcAft>
              <a:buNone/>
            </a:pPr>
            <a:endParaRPr lang="en-IN" sz="1800" dirty="0">
              <a:effectLst/>
              <a:latin typeface="Times New Roman" panose="02020603050405020304" pitchFamily="18" charset="0"/>
              <a:ea typeface="Calibri" panose="020F0502020204030204" pitchFamily="34" charset="0"/>
            </a:endParaRPr>
          </a:p>
        </p:txBody>
      </p:sp>
      <p:sp>
        <p:nvSpPr>
          <p:cNvPr id="7" name="TextBox 6">
            <a:extLst>
              <a:ext uri="{FF2B5EF4-FFF2-40B4-BE49-F238E27FC236}">
                <a16:creationId xmlns:a16="http://schemas.microsoft.com/office/drawing/2014/main" id="{F0D7AD0C-05EF-A128-5A33-D205299545F9}"/>
              </a:ext>
            </a:extLst>
          </p:cNvPr>
          <p:cNvSpPr txBox="1"/>
          <p:nvPr/>
        </p:nvSpPr>
        <p:spPr>
          <a:xfrm>
            <a:off x="5938683" y="2859775"/>
            <a:ext cx="6096000" cy="3131050"/>
          </a:xfrm>
          <a:prstGeom prst="rect">
            <a:avLst/>
          </a:prstGeom>
          <a:noFill/>
        </p:spPr>
        <p:txBody>
          <a:bodyPr wrap="square">
            <a:spAutoFit/>
          </a:bodyPr>
          <a:lstStyle/>
          <a:p>
            <a:pPr marL="342900" marR="201295" lvl="0" indent="-342900">
              <a:lnSpc>
                <a:spcPct val="150000"/>
              </a:lnSpc>
              <a:spcBef>
                <a:spcPts val="685"/>
              </a:spcBef>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rPr>
              <a:t>Visual Studio Code – Official Documentation</a:t>
            </a:r>
            <a:br>
              <a:rPr lang="en-IN" sz="1800" dirty="0">
                <a:effectLst/>
                <a:latin typeface="Times New Roman" panose="02020603050405020304" pitchFamily="18" charset="0"/>
                <a:ea typeface="Times New Roman" panose="02020603050405020304" pitchFamily="18" charset="0"/>
              </a:rPr>
            </a:br>
            <a:r>
              <a:rPr lang="en-IN" sz="1800" u="sng" dirty="0">
                <a:solidFill>
                  <a:srgbClr val="0563C1"/>
                </a:solidFill>
                <a:effectLst/>
                <a:latin typeface="Times New Roman" panose="02020603050405020304" pitchFamily="18" charset="0"/>
                <a:ea typeface="Times New Roman" panose="02020603050405020304" pitchFamily="18" charset="0"/>
                <a:hlinkClick r:id="rId6"/>
              </a:rPr>
              <a:t>https://code.visualstudio.com/docs</a:t>
            </a:r>
            <a:endParaRPr lang="en-IN" sz="1800" dirty="0">
              <a:effectLst/>
              <a:latin typeface="Times New Roman" panose="02020603050405020304" pitchFamily="18" charset="0"/>
              <a:ea typeface="Times New Roman" panose="02020603050405020304" pitchFamily="18" charset="0"/>
            </a:endParaRPr>
          </a:p>
          <a:p>
            <a:pPr marL="342900" marR="201295" lvl="0" indent="-342900">
              <a:lnSpc>
                <a:spcPct val="150000"/>
              </a:lnSpc>
              <a:spcBef>
                <a:spcPts val="685"/>
              </a:spcBef>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rPr>
              <a:t>XAMPP – Apache Friends</a:t>
            </a:r>
            <a:br>
              <a:rPr lang="en-IN" sz="1800" dirty="0">
                <a:effectLst/>
                <a:latin typeface="Times New Roman" panose="02020603050405020304" pitchFamily="18" charset="0"/>
                <a:ea typeface="Times New Roman" panose="02020603050405020304" pitchFamily="18" charset="0"/>
              </a:rPr>
            </a:br>
            <a:r>
              <a:rPr lang="en-IN" sz="1800" u="sng" dirty="0">
                <a:solidFill>
                  <a:srgbClr val="0563C1"/>
                </a:solidFill>
                <a:effectLst/>
                <a:latin typeface="Times New Roman" panose="02020603050405020304" pitchFamily="18" charset="0"/>
                <a:ea typeface="Times New Roman" panose="02020603050405020304" pitchFamily="18" charset="0"/>
                <a:hlinkClick r:id="rId7"/>
              </a:rPr>
              <a:t>https://www.apachefriends.org</a:t>
            </a:r>
            <a:endParaRPr lang="en-IN" sz="1800" dirty="0">
              <a:effectLst/>
              <a:latin typeface="Times New Roman" panose="02020603050405020304" pitchFamily="18" charset="0"/>
              <a:ea typeface="Times New Roman" panose="02020603050405020304" pitchFamily="18" charset="0"/>
            </a:endParaRPr>
          </a:p>
          <a:p>
            <a:pPr marL="342900" marR="201295" lvl="0" indent="-342900" algn="just">
              <a:lnSpc>
                <a:spcPct val="150000"/>
              </a:lnSpc>
              <a:spcBef>
                <a:spcPts val="685"/>
              </a:spcBef>
              <a:buSzPts val="1000"/>
              <a:buFont typeface="Symbol" panose="05050102010706020507" pitchFamily="18" charset="2"/>
              <a:buChar char=""/>
              <a:tabLst>
                <a:tab pos="457200" algn="l"/>
              </a:tabLst>
            </a:pPr>
            <a:r>
              <a:rPr lang="en-US" sz="1800" dirty="0" err="1">
                <a:effectLst/>
                <a:latin typeface="Times New Roman" panose="02020603050405020304" pitchFamily="18" charset="0"/>
                <a:ea typeface="Times New Roman" panose="02020603050405020304" pitchFamily="18" charset="0"/>
              </a:rPr>
              <a:t>Chatgpt</a:t>
            </a:r>
            <a:r>
              <a:rPr lang="en-US" sz="1800" dirty="0">
                <a:effectLst/>
                <a:latin typeface="Times New Roman" panose="02020603050405020304" pitchFamily="18" charset="0"/>
                <a:ea typeface="Times New Roman" panose="02020603050405020304" pitchFamily="18" charset="0"/>
              </a:rPr>
              <a:t> - Assisted</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project</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planning,</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code</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structuring,</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and</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documentation</a:t>
            </a:r>
            <a:r>
              <a:rPr lang="en-US" sz="1800" spc="-5" dirty="0">
                <a:effectLst/>
                <a:latin typeface="Times New Roman" panose="02020603050405020304" pitchFamily="18" charset="0"/>
                <a:ea typeface="Times New Roman" panose="02020603050405020304" pitchFamily="18" charset="0"/>
              </a:rPr>
              <a:t> </a:t>
            </a:r>
            <a:r>
              <a:rPr lang="en-US" sz="1800" spc="-10" dirty="0">
                <a:effectLst/>
                <a:latin typeface="Times New Roman" panose="02020603050405020304" pitchFamily="18" charset="0"/>
                <a:ea typeface="Times New Roman" panose="02020603050405020304" pitchFamily="18" charset="0"/>
              </a:rPr>
              <a:t>writing</a:t>
            </a:r>
            <a:endParaRPr lang="en-IN" sz="1800" dirty="0">
              <a:effectLst/>
              <a:latin typeface="Times New Roman" panose="02020603050405020304" pitchFamily="18" charset="0"/>
              <a:ea typeface="Times New Roman" panose="02020603050405020304" pitchFamily="18" charset="0"/>
            </a:endParaRPr>
          </a:p>
          <a:p>
            <a:pPr marL="457200" marR="0">
              <a:lnSpc>
                <a:spcPct val="107000"/>
              </a:lnSpc>
              <a:spcBef>
                <a:spcPts val="685"/>
              </a:spcBef>
              <a:spcAft>
                <a:spcPts val="800"/>
              </a:spcAft>
            </a:pPr>
            <a:r>
              <a:rPr lang="en-IN" sz="1800" u="sng" spc="-10" dirty="0">
                <a:solidFill>
                  <a:srgbClr val="0563C1"/>
                </a:solidFill>
                <a:effectLst/>
                <a:latin typeface="Times New Roman" panose="02020603050405020304" pitchFamily="18" charset="0"/>
                <a:ea typeface="Calibri" panose="020F0502020204030204" pitchFamily="34" charset="0"/>
                <a:hlinkClick r:id="rId8"/>
              </a:rPr>
              <a:t>https://chat.openai.com/</a:t>
            </a:r>
            <a:endParaRPr lang="en-IN" sz="1800" dirty="0">
              <a:effectLst/>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352822267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48C0A-F532-87F9-2318-0570ADF145FB}"/>
              </a:ext>
            </a:extLst>
          </p:cNvPr>
          <p:cNvSpPr>
            <a:spLocks noGrp="1"/>
          </p:cNvSpPr>
          <p:nvPr>
            <p:ph type="title"/>
          </p:nvPr>
        </p:nvSpPr>
        <p:spPr/>
        <p:txBody>
          <a:bodyPr/>
          <a:lstStyle/>
          <a:p>
            <a:r>
              <a:rPr lang="en-US" dirty="0"/>
              <a:t>Live project – screenshots </a:t>
            </a:r>
          </a:p>
        </p:txBody>
      </p:sp>
      <p:sp>
        <p:nvSpPr>
          <p:cNvPr id="6" name="TextBox 5">
            <a:extLst>
              <a:ext uri="{FF2B5EF4-FFF2-40B4-BE49-F238E27FC236}">
                <a16:creationId xmlns:a16="http://schemas.microsoft.com/office/drawing/2014/main" id="{499197AB-77A2-6E25-D9E7-9D6195595662}"/>
              </a:ext>
            </a:extLst>
          </p:cNvPr>
          <p:cNvSpPr txBox="1"/>
          <p:nvPr/>
        </p:nvSpPr>
        <p:spPr>
          <a:xfrm>
            <a:off x="568164" y="2032382"/>
            <a:ext cx="6096000" cy="458074"/>
          </a:xfrm>
          <a:prstGeom prst="rect">
            <a:avLst/>
          </a:prstGeom>
          <a:noFill/>
        </p:spPr>
        <p:txBody>
          <a:bodyPr wrap="square">
            <a:spAutoFit/>
          </a:bodyPr>
          <a:lstStyle/>
          <a:p>
            <a:pPr marL="104775" marR="193675" algn="just">
              <a:lnSpc>
                <a:spcPct val="150000"/>
              </a:lnSpc>
            </a:pPr>
            <a:r>
              <a:rPr lang="en-US" sz="1800" b="1" dirty="0">
                <a:effectLst/>
                <a:latin typeface="Times New Roman" panose="02020603050405020304" pitchFamily="18" charset="0"/>
                <a:ea typeface="Times New Roman" panose="02020603050405020304" pitchFamily="18" charset="0"/>
              </a:rPr>
              <a:t>1. Index page </a:t>
            </a:r>
            <a:endParaRPr lang="en-IN" sz="1800" dirty="0">
              <a:effectLst/>
              <a:latin typeface="Times New Roman" panose="02020603050405020304" pitchFamily="18" charset="0"/>
              <a:ea typeface="Times New Roman" panose="02020603050405020304" pitchFamily="18" charset="0"/>
            </a:endParaRPr>
          </a:p>
        </p:txBody>
      </p:sp>
      <p:pic>
        <p:nvPicPr>
          <p:cNvPr id="7" name="Picture 6">
            <a:extLst>
              <a:ext uri="{FF2B5EF4-FFF2-40B4-BE49-F238E27FC236}">
                <a16:creationId xmlns:a16="http://schemas.microsoft.com/office/drawing/2014/main" id="{8FECD850-BD51-051A-AA19-4CD69F06FBA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3496" y="2828686"/>
            <a:ext cx="6399020" cy="307771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27415593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C9E23-75B5-077B-1B45-DA56AC432D7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911409BC-3A28-A506-8B09-1BA398AC0B5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15846" y="1912373"/>
            <a:ext cx="3421625" cy="380180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1" name="Rectangle 3">
            <a:extLst>
              <a:ext uri="{FF2B5EF4-FFF2-40B4-BE49-F238E27FC236}">
                <a16:creationId xmlns:a16="http://schemas.microsoft.com/office/drawing/2014/main" id="{C68AF9A2-79A1-9763-5E95-3E12C0B9D02D}"/>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2" name="Rectangle 5">
            <a:extLst>
              <a:ext uri="{FF2B5EF4-FFF2-40B4-BE49-F238E27FC236}">
                <a16:creationId xmlns:a16="http://schemas.microsoft.com/office/drawing/2014/main" id="{A2E6B266-DD78-4787-497A-C086F2F563A4}"/>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22860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 name="Rectangle 6">
            <a:extLst>
              <a:ext uri="{FF2B5EF4-FFF2-40B4-BE49-F238E27FC236}">
                <a16:creationId xmlns:a16="http://schemas.microsoft.com/office/drawing/2014/main" id="{EADCB5CF-36C4-B6D7-10DC-F5FF17BD92E4}"/>
              </a:ext>
            </a:extLst>
          </p:cNvPr>
          <p:cNvSpPr>
            <a:spLocks noChangeArrowheads="1"/>
          </p:cNvSpPr>
          <p:nvPr/>
        </p:nvSpPr>
        <p:spPr bwMode="auto">
          <a:xfrm>
            <a:off x="383458" y="1149752"/>
            <a:ext cx="178947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22860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 Login page </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15" name="TextBox 14">
            <a:extLst>
              <a:ext uri="{FF2B5EF4-FFF2-40B4-BE49-F238E27FC236}">
                <a16:creationId xmlns:a16="http://schemas.microsoft.com/office/drawing/2014/main" id="{2575213F-FC32-946B-DF82-1B1C8DBF9B62}"/>
              </a:ext>
            </a:extLst>
          </p:cNvPr>
          <p:cNvSpPr txBox="1"/>
          <p:nvPr/>
        </p:nvSpPr>
        <p:spPr>
          <a:xfrm>
            <a:off x="6331974" y="1149752"/>
            <a:ext cx="2192593" cy="368755"/>
          </a:xfrm>
          <a:prstGeom prst="rect">
            <a:avLst/>
          </a:prstGeom>
          <a:noFill/>
        </p:spPr>
        <p:txBody>
          <a:bodyPr wrap="square">
            <a:spAutoFit/>
          </a:bodyPr>
          <a:lstStyle/>
          <a:p>
            <a:pPr marL="0" marR="0" indent="228600">
              <a:lnSpc>
                <a:spcPct val="107000"/>
              </a:lnSpc>
              <a:spcAft>
                <a:spcPts val="800"/>
              </a:spcAft>
            </a:pPr>
            <a:r>
              <a:rPr lang="en-IN" sz="1800" b="1" dirty="0">
                <a:effectLst/>
                <a:latin typeface="Times New Roman" panose="02020603050405020304" pitchFamily="18" charset="0"/>
                <a:ea typeface="Calibri" panose="020F0502020204030204" pitchFamily="34" charset="0"/>
              </a:rPr>
              <a:t>3. Register page </a:t>
            </a:r>
            <a:endParaRPr lang="en-IN" sz="1800" dirty="0">
              <a:effectLst/>
              <a:latin typeface="Times New Roman" panose="02020603050405020304" pitchFamily="18" charset="0"/>
              <a:ea typeface="Calibri" panose="020F0502020204030204" pitchFamily="34" charset="0"/>
            </a:endParaRPr>
          </a:p>
        </p:txBody>
      </p:sp>
      <p:pic>
        <p:nvPicPr>
          <p:cNvPr id="16" name="Picture 15">
            <a:extLst>
              <a:ext uri="{FF2B5EF4-FFF2-40B4-BE49-F238E27FC236}">
                <a16:creationId xmlns:a16="http://schemas.microsoft.com/office/drawing/2014/main" id="{F678F494-BFD8-30B9-2291-E59E86A5BE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31045" y="1912372"/>
            <a:ext cx="3429252" cy="3795874"/>
          </a:xfrm>
          <a:prstGeom prst="rect">
            <a:avLst/>
          </a:prstGeom>
        </p:spPr>
      </p:pic>
    </p:spTree>
    <p:extLst>
      <p:ext uri="{BB962C8B-B14F-4D97-AF65-F5344CB8AC3E}">
        <p14:creationId xmlns:p14="http://schemas.microsoft.com/office/powerpoint/2010/main" val="15691128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565EF-B5A8-B915-E1DB-243244C2D4A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40DEB94-A248-E4BF-D2BC-00F7A9A01FBB}"/>
              </a:ext>
            </a:extLst>
          </p:cNvPr>
          <p:cNvSpPr txBox="1"/>
          <p:nvPr/>
        </p:nvSpPr>
        <p:spPr>
          <a:xfrm>
            <a:off x="725481" y="1176976"/>
            <a:ext cx="6096000" cy="458074"/>
          </a:xfrm>
          <a:prstGeom prst="rect">
            <a:avLst/>
          </a:prstGeom>
          <a:noFill/>
        </p:spPr>
        <p:txBody>
          <a:bodyPr wrap="square">
            <a:spAutoFit/>
          </a:bodyPr>
          <a:lstStyle/>
          <a:p>
            <a:pPr marL="104775" marR="193675" algn="just">
              <a:lnSpc>
                <a:spcPct val="150000"/>
              </a:lnSpc>
            </a:pPr>
            <a:r>
              <a:rPr lang="en-US" b="1" dirty="0">
                <a:latin typeface="Times New Roman" panose="02020603050405020304" pitchFamily="18" charset="0"/>
                <a:ea typeface="Times New Roman" panose="02020603050405020304" pitchFamily="18" charset="0"/>
              </a:rPr>
              <a:t>4</a:t>
            </a:r>
            <a:r>
              <a:rPr lang="en-US" sz="1800" b="1" dirty="0">
                <a:effectLst/>
                <a:latin typeface="Times New Roman" panose="02020603050405020304" pitchFamily="18" charset="0"/>
                <a:ea typeface="Times New Roman" panose="02020603050405020304" pitchFamily="18" charset="0"/>
              </a:rPr>
              <a:t>. Home page </a:t>
            </a:r>
            <a:endParaRPr lang="en-IN" sz="1800" dirty="0">
              <a:effectLst/>
              <a:latin typeface="Times New Roman" panose="02020603050405020304" pitchFamily="18" charset="0"/>
              <a:ea typeface="Times New Roman" panose="02020603050405020304" pitchFamily="18" charset="0"/>
            </a:endParaRPr>
          </a:p>
        </p:txBody>
      </p:sp>
      <p:pic>
        <p:nvPicPr>
          <p:cNvPr id="3" name="Picture 2">
            <a:extLst>
              <a:ext uri="{FF2B5EF4-FFF2-40B4-BE49-F238E27FC236}">
                <a16:creationId xmlns:a16="http://schemas.microsoft.com/office/drawing/2014/main" id="{02111BB2-2A73-3D26-7FA9-9E519CBEEF6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42074" y="400737"/>
            <a:ext cx="5629434" cy="268659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TextBox 4">
            <a:extLst>
              <a:ext uri="{FF2B5EF4-FFF2-40B4-BE49-F238E27FC236}">
                <a16:creationId xmlns:a16="http://schemas.microsoft.com/office/drawing/2014/main" id="{7F711758-33AF-BCDC-7227-6430E2D8805D}"/>
              </a:ext>
            </a:extLst>
          </p:cNvPr>
          <p:cNvSpPr txBox="1"/>
          <p:nvPr/>
        </p:nvSpPr>
        <p:spPr>
          <a:xfrm>
            <a:off x="7472517" y="4645741"/>
            <a:ext cx="2900516" cy="368755"/>
          </a:xfrm>
          <a:prstGeom prst="rect">
            <a:avLst/>
          </a:prstGeom>
          <a:noFill/>
        </p:spPr>
        <p:txBody>
          <a:bodyPr wrap="square">
            <a:spAutoFit/>
          </a:bodyPr>
          <a:lstStyle/>
          <a:p>
            <a:pPr marL="0" marR="0" indent="228600">
              <a:lnSpc>
                <a:spcPct val="107000"/>
              </a:lnSpc>
              <a:spcAft>
                <a:spcPts val="800"/>
              </a:spcAft>
            </a:pPr>
            <a:r>
              <a:rPr lang="en-IN" sz="1800" b="1" dirty="0">
                <a:effectLst/>
                <a:latin typeface="Times New Roman" panose="02020603050405020304" pitchFamily="18" charset="0"/>
                <a:ea typeface="Calibri" panose="020F0502020204030204" pitchFamily="34" charset="0"/>
              </a:rPr>
              <a:t>5. About page </a:t>
            </a:r>
            <a:endParaRPr lang="en-IN" sz="1800" dirty="0">
              <a:effectLst/>
              <a:latin typeface="Times New Roman" panose="02020603050405020304" pitchFamily="18" charset="0"/>
              <a:ea typeface="Calibri" panose="020F0502020204030204" pitchFamily="34" charset="0"/>
            </a:endParaRPr>
          </a:p>
        </p:txBody>
      </p:sp>
      <p:pic>
        <p:nvPicPr>
          <p:cNvPr id="8" name="Picture 7">
            <a:extLst>
              <a:ext uri="{FF2B5EF4-FFF2-40B4-BE49-F238E27FC236}">
                <a16:creationId xmlns:a16="http://schemas.microsoft.com/office/drawing/2014/main" id="{647AF384-7846-E93E-3635-C473FA91A8C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5481" y="3458837"/>
            <a:ext cx="6402906" cy="315857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7168194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3B6DA-F67A-C99A-94B2-344482A7546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A930C67-83E4-571F-6EFD-353CDC8C6F04}"/>
              </a:ext>
            </a:extLst>
          </p:cNvPr>
          <p:cNvSpPr txBox="1"/>
          <p:nvPr/>
        </p:nvSpPr>
        <p:spPr>
          <a:xfrm>
            <a:off x="725481" y="1176976"/>
            <a:ext cx="6096000" cy="458074"/>
          </a:xfrm>
          <a:prstGeom prst="rect">
            <a:avLst/>
          </a:prstGeom>
          <a:noFill/>
        </p:spPr>
        <p:txBody>
          <a:bodyPr wrap="square">
            <a:spAutoFit/>
          </a:bodyPr>
          <a:lstStyle/>
          <a:p>
            <a:pPr marL="104775" marR="193675" algn="just">
              <a:lnSpc>
                <a:spcPct val="150000"/>
              </a:lnSpc>
            </a:pPr>
            <a:r>
              <a:rPr lang="en-US" sz="1800" b="1" dirty="0">
                <a:effectLst/>
                <a:latin typeface="Times New Roman" panose="02020603050405020304" pitchFamily="18" charset="0"/>
                <a:ea typeface="Times New Roman" panose="02020603050405020304" pitchFamily="18" charset="0"/>
              </a:rPr>
              <a:t>6. Features page </a:t>
            </a:r>
            <a:endParaRPr lang="en-IN" sz="1800" dirty="0">
              <a:effectLst/>
              <a:latin typeface="Times New Roman" panose="02020603050405020304" pitchFamily="18" charset="0"/>
              <a:ea typeface="Times New Roman" panose="02020603050405020304" pitchFamily="18" charset="0"/>
            </a:endParaRPr>
          </a:p>
        </p:txBody>
      </p:sp>
      <p:sp>
        <p:nvSpPr>
          <p:cNvPr id="5" name="TextBox 4">
            <a:extLst>
              <a:ext uri="{FF2B5EF4-FFF2-40B4-BE49-F238E27FC236}">
                <a16:creationId xmlns:a16="http://schemas.microsoft.com/office/drawing/2014/main" id="{F75BF7FE-218A-AB60-BFD2-80BA80B8DE1A}"/>
              </a:ext>
            </a:extLst>
          </p:cNvPr>
          <p:cNvSpPr txBox="1"/>
          <p:nvPr/>
        </p:nvSpPr>
        <p:spPr>
          <a:xfrm>
            <a:off x="7472517" y="4645741"/>
            <a:ext cx="2900516" cy="368755"/>
          </a:xfrm>
          <a:prstGeom prst="rect">
            <a:avLst/>
          </a:prstGeom>
          <a:noFill/>
        </p:spPr>
        <p:txBody>
          <a:bodyPr wrap="square">
            <a:spAutoFit/>
          </a:bodyPr>
          <a:lstStyle/>
          <a:p>
            <a:pPr marL="0" marR="0" indent="228600">
              <a:lnSpc>
                <a:spcPct val="107000"/>
              </a:lnSpc>
              <a:spcAft>
                <a:spcPts val="800"/>
              </a:spcAft>
            </a:pPr>
            <a:r>
              <a:rPr lang="en-IN" b="1" dirty="0">
                <a:latin typeface="Times New Roman" panose="02020603050405020304" pitchFamily="18" charset="0"/>
                <a:ea typeface="Calibri" panose="020F0502020204030204" pitchFamily="34" charset="0"/>
              </a:rPr>
              <a:t>7</a:t>
            </a:r>
            <a:r>
              <a:rPr lang="en-IN" sz="1800" b="1" dirty="0">
                <a:effectLst/>
                <a:latin typeface="Times New Roman" panose="02020603050405020304" pitchFamily="18" charset="0"/>
                <a:ea typeface="Calibri" panose="020F0502020204030204" pitchFamily="34" charset="0"/>
              </a:rPr>
              <a:t>. </a:t>
            </a:r>
            <a:r>
              <a:rPr lang="en-IN" b="1" dirty="0">
                <a:latin typeface="Times New Roman" panose="02020603050405020304" pitchFamily="18" charset="0"/>
                <a:ea typeface="Calibri" panose="020F0502020204030204" pitchFamily="34" charset="0"/>
              </a:rPr>
              <a:t>Details </a:t>
            </a:r>
            <a:r>
              <a:rPr lang="en-IN" sz="1800" b="1" dirty="0">
                <a:effectLst/>
                <a:latin typeface="Times New Roman" panose="02020603050405020304" pitchFamily="18" charset="0"/>
                <a:ea typeface="Calibri" panose="020F0502020204030204" pitchFamily="34" charset="0"/>
              </a:rPr>
              <a:t>page </a:t>
            </a:r>
            <a:endParaRPr lang="en-IN" sz="1800" dirty="0">
              <a:effectLst/>
              <a:latin typeface="Times New Roman" panose="02020603050405020304" pitchFamily="18" charset="0"/>
              <a:ea typeface="Calibri" panose="020F0502020204030204" pitchFamily="34" charset="0"/>
            </a:endParaRPr>
          </a:p>
        </p:txBody>
      </p:sp>
      <p:pic>
        <p:nvPicPr>
          <p:cNvPr id="4" name="Picture 3">
            <a:extLst>
              <a:ext uri="{FF2B5EF4-FFF2-40B4-BE49-F238E27FC236}">
                <a16:creationId xmlns:a16="http://schemas.microsoft.com/office/drawing/2014/main" id="{C98E433A-2480-3428-2A08-81433D822AB4}"/>
              </a:ext>
            </a:extLst>
          </p:cNvPr>
          <p:cNvPicPr>
            <a:picLocks noChangeAspect="1"/>
          </p:cNvPicPr>
          <p:nvPr/>
        </p:nvPicPr>
        <p:blipFill>
          <a:blip r:embed="rId3"/>
          <a:stretch>
            <a:fillRect/>
          </a:stretch>
        </p:blipFill>
        <p:spPr>
          <a:xfrm>
            <a:off x="3567003" y="279915"/>
            <a:ext cx="5665487" cy="294294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Picture 6">
            <a:extLst>
              <a:ext uri="{FF2B5EF4-FFF2-40B4-BE49-F238E27FC236}">
                <a16:creationId xmlns:a16="http://schemas.microsoft.com/office/drawing/2014/main" id="{68071B16-181F-CD3D-1CD8-664E8CB625A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13740" y="3563619"/>
            <a:ext cx="5567164" cy="290175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71508690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41B1E-3F61-C2E2-DC1A-7AAC978FF59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CA79138-BCC6-5DE7-02D3-7D7B747C5013}"/>
              </a:ext>
            </a:extLst>
          </p:cNvPr>
          <p:cNvSpPr txBox="1"/>
          <p:nvPr/>
        </p:nvSpPr>
        <p:spPr>
          <a:xfrm>
            <a:off x="725481" y="1176976"/>
            <a:ext cx="6096000" cy="458074"/>
          </a:xfrm>
          <a:prstGeom prst="rect">
            <a:avLst/>
          </a:prstGeom>
          <a:noFill/>
        </p:spPr>
        <p:txBody>
          <a:bodyPr wrap="square">
            <a:spAutoFit/>
          </a:bodyPr>
          <a:lstStyle/>
          <a:p>
            <a:pPr marL="104775" marR="193675" algn="just">
              <a:lnSpc>
                <a:spcPct val="150000"/>
              </a:lnSpc>
            </a:pPr>
            <a:r>
              <a:rPr lang="en-US" b="1" dirty="0">
                <a:latin typeface="Times New Roman" panose="02020603050405020304" pitchFamily="18" charset="0"/>
                <a:ea typeface="Times New Roman" panose="02020603050405020304" pitchFamily="18" charset="0"/>
              </a:rPr>
              <a:t>8</a:t>
            </a:r>
            <a:r>
              <a:rPr lang="en-US" sz="1800" b="1" dirty="0">
                <a:effectLst/>
                <a:latin typeface="Times New Roman" panose="02020603050405020304" pitchFamily="18" charset="0"/>
                <a:ea typeface="Times New Roman" panose="02020603050405020304" pitchFamily="18" charset="0"/>
              </a:rPr>
              <a:t>. </a:t>
            </a:r>
            <a:r>
              <a:rPr lang="en-US" b="1" dirty="0">
                <a:latin typeface="Times New Roman" panose="02020603050405020304" pitchFamily="18" charset="0"/>
                <a:ea typeface="Times New Roman" panose="02020603050405020304" pitchFamily="18" charset="0"/>
              </a:rPr>
              <a:t>Goals </a:t>
            </a:r>
            <a:r>
              <a:rPr lang="en-US" sz="1800" b="1" dirty="0">
                <a:effectLst/>
                <a:latin typeface="Times New Roman" panose="02020603050405020304" pitchFamily="18" charset="0"/>
                <a:ea typeface="Times New Roman" panose="02020603050405020304" pitchFamily="18" charset="0"/>
              </a:rPr>
              <a:t>page </a:t>
            </a:r>
            <a:endParaRPr lang="en-IN" sz="1800" dirty="0">
              <a:effectLst/>
              <a:latin typeface="Times New Roman" panose="02020603050405020304" pitchFamily="18" charset="0"/>
              <a:ea typeface="Times New Roman" panose="02020603050405020304" pitchFamily="18" charset="0"/>
            </a:endParaRPr>
          </a:p>
        </p:txBody>
      </p:sp>
      <p:sp>
        <p:nvSpPr>
          <p:cNvPr id="5" name="TextBox 4">
            <a:extLst>
              <a:ext uri="{FF2B5EF4-FFF2-40B4-BE49-F238E27FC236}">
                <a16:creationId xmlns:a16="http://schemas.microsoft.com/office/drawing/2014/main" id="{6B2CEDB4-0A4C-91CD-123D-5169B8405212}"/>
              </a:ext>
            </a:extLst>
          </p:cNvPr>
          <p:cNvSpPr txBox="1"/>
          <p:nvPr/>
        </p:nvSpPr>
        <p:spPr>
          <a:xfrm>
            <a:off x="7472517" y="4645741"/>
            <a:ext cx="2900516" cy="368755"/>
          </a:xfrm>
          <a:prstGeom prst="rect">
            <a:avLst/>
          </a:prstGeom>
          <a:noFill/>
        </p:spPr>
        <p:txBody>
          <a:bodyPr wrap="square">
            <a:spAutoFit/>
          </a:bodyPr>
          <a:lstStyle/>
          <a:p>
            <a:pPr marL="0" marR="0" indent="228600">
              <a:lnSpc>
                <a:spcPct val="107000"/>
              </a:lnSpc>
              <a:spcAft>
                <a:spcPts val="800"/>
              </a:spcAft>
            </a:pPr>
            <a:r>
              <a:rPr lang="en-IN" sz="1800" b="1" dirty="0">
                <a:effectLst/>
                <a:latin typeface="Times New Roman" panose="02020603050405020304" pitchFamily="18" charset="0"/>
                <a:ea typeface="Calibri" panose="020F0502020204030204" pitchFamily="34" charset="0"/>
              </a:rPr>
              <a:t>9. Trainers page </a:t>
            </a:r>
            <a:endParaRPr lang="en-IN" sz="1800" dirty="0">
              <a:effectLst/>
              <a:latin typeface="Times New Roman" panose="02020603050405020304" pitchFamily="18" charset="0"/>
              <a:ea typeface="Calibri" panose="020F0502020204030204" pitchFamily="34" charset="0"/>
            </a:endParaRPr>
          </a:p>
        </p:txBody>
      </p:sp>
      <p:pic>
        <p:nvPicPr>
          <p:cNvPr id="2" name="Picture 1">
            <a:extLst>
              <a:ext uri="{FF2B5EF4-FFF2-40B4-BE49-F238E27FC236}">
                <a16:creationId xmlns:a16="http://schemas.microsoft.com/office/drawing/2014/main" id="{DFEEC34B-6F44-B3D0-96CF-C962CD3D708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14721" y="246469"/>
            <a:ext cx="5554322" cy="277716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a:extLst>
              <a:ext uri="{FF2B5EF4-FFF2-40B4-BE49-F238E27FC236}">
                <a16:creationId xmlns:a16="http://schemas.microsoft.com/office/drawing/2014/main" id="{F0184330-8772-BF96-CC7C-65B691F553B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77149" y="3608561"/>
            <a:ext cx="5721627" cy="290039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02484396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6455B-D412-94D0-53FF-8B6BCDDAA3C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EC5CA56-E71C-2807-B1F6-B800AD11BD65}"/>
              </a:ext>
            </a:extLst>
          </p:cNvPr>
          <p:cNvSpPr txBox="1"/>
          <p:nvPr/>
        </p:nvSpPr>
        <p:spPr>
          <a:xfrm>
            <a:off x="725481" y="1176976"/>
            <a:ext cx="6096000" cy="458074"/>
          </a:xfrm>
          <a:prstGeom prst="rect">
            <a:avLst/>
          </a:prstGeom>
          <a:noFill/>
        </p:spPr>
        <p:txBody>
          <a:bodyPr wrap="square">
            <a:spAutoFit/>
          </a:bodyPr>
          <a:lstStyle/>
          <a:p>
            <a:pPr marL="104775" marR="193675" algn="just">
              <a:lnSpc>
                <a:spcPct val="150000"/>
              </a:lnSpc>
            </a:pPr>
            <a:r>
              <a:rPr lang="en-US" sz="1800" b="1" dirty="0">
                <a:effectLst/>
                <a:latin typeface="Times New Roman" panose="02020603050405020304" pitchFamily="18" charset="0"/>
                <a:ea typeface="Times New Roman" panose="02020603050405020304" pitchFamily="18" charset="0"/>
              </a:rPr>
              <a:t>10. Profile page </a:t>
            </a:r>
            <a:endParaRPr lang="en-IN" sz="1800" dirty="0">
              <a:effectLst/>
              <a:latin typeface="Times New Roman" panose="02020603050405020304" pitchFamily="18" charset="0"/>
              <a:ea typeface="Times New Roman" panose="02020603050405020304" pitchFamily="18" charset="0"/>
            </a:endParaRPr>
          </a:p>
        </p:txBody>
      </p:sp>
      <p:sp>
        <p:nvSpPr>
          <p:cNvPr id="5" name="TextBox 4">
            <a:extLst>
              <a:ext uri="{FF2B5EF4-FFF2-40B4-BE49-F238E27FC236}">
                <a16:creationId xmlns:a16="http://schemas.microsoft.com/office/drawing/2014/main" id="{3F03394B-CA8A-8D21-FDC5-01798E885A70}"/>
              </a:ext>
            </a:extLst>
          </p:cNvPr>
          <p:cNvSpPr txBox="1"/>
          <p:nvPr/>
        </p:nvSpPr>
        <p:spPr>
          <a:xfrm>
            <a:off x="7472517" y="4645741"/>
            <a:ext cx="2900516" cy="368755"/>
          </a:xfrm>
          <a:prstGeom prst="rect">
            <a:avLst/>
          </a:prstGeom>
          <a:noFill/>
        </p:spPr>
        <p:txBody>
          <a:bodyPr wrap="square">
            <a:spAutoFit/>
          </a:bodyPr>
          <a:lstStyle/>
          <a:p>
            <a:pPr marL="0" marR="0" indent="228600">
              <a:lnSpc>
                <a:spcPct val="107000"/>
              </a:lnSpc>
              <a:spcAft>
                <a:spcPts val="800"/>
              </a:spcAft>
            </a:pPr>
            <a:r>
              <a:rPr lang="en-IN" b="1" dirty="0">
                <a:latin typeface="Times New Roman" panose="02020603050405020304" pitchFamily="18" charset="0"/>
                <a:ea typeface="Calibri" panose="020F0502020204030204" pitchFamily="34" charset="0"/>
              </a:rPr>
              <a:t>11</a:t>
            </a:r>
            <a:r>
              <a:rPr lang="en-IN" sz="1800" b="1" dirty="0">
                <a:effectLst/>
                <a:latin typeface="Times New Roman" panose="02020603050405020304" pitchFamily="18" charset="0"/>
                <a:ea typeface="Calibri" panose="020F0502020204030204" pitchFamily="34" charset="0"/>
              </a:rPr>
              <a:t>. Review page </a:t>
            </a:r>
            <a:endParaRPr lang="en-IN" sz="1800" dirty="0">
              <a:effectLst/>
              <a:latin typeface="Times New Roman" panose="02020603050405020304" pitchFamily="18" charset="0"/>
              <a:ea typeface="Calibri" panose="020F0502020204030204" pitchFamily="34" charset="0"/>
            </a:endParaRPr>
          </a:p>
        </p:txBody>
      </p:sp>
      <p:pic>
        <p:nvPicPr>
          <p:cNvPr id="4" name="Picture 3">
            <a:extLst>
              <a:ext uri="{FF2B5EF4-FFF2-40B4-BE49-F238E27FC236}">
                <a16:creationId xmlns:a16="http://schemas.microsoft.com/office/drawing/2014/main" id="{90F5F6AE-BBCA-C336-6EFD-DBF58959095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85794" y="369581"/>
            <a:ext cx="4965237" cy="280647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Picture 6">
            <a:extLst>
              <a:ext uri="{FF2B5EF4-FFF2-40B4-BE49-F238E27FC236}">
                <a16:creationId xmlns:a16="http://schemas.microsoft.com/office/drawing/2014/main" id="{2C856255-A1A5-C06A-533D-8AD069DB203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31886" y="3681940"/>
            <a:ext cx="5037507" cy="298874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53721259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16D8A-5008-E3ED-FA0D-CC96524B60C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A2BE7C9-05BE-EC6B-4754-A8A3E821C50C}"/>
              </a:ext>
            </a:extLst>
          </p:cNvPr>
          <p:cNvSpPr txBox="1"/>
          <p:nvPr/>
        </p:nvSpPr>
        <p:spPr>
          <a:xfrm>
            <a:off x="322359" y="724693"/>
            <a:ext cx="2863293" cy="458074"/>
          </a:xfrm>
          <a:prstGeom prst="rect">
            <a:avLst/>
          </a:prstGeom>
          <a:noFill/>
        </p:spPr>
        <p:txBody>
          <a:bodyPr wrap="square">
            <a:spAutoFit/>
          </a:bodyPr>
          <a:lstStyle/>
          <a:p>
            <a:pPr marL="104775" marR="193675" algn="just">
              <a:lnSpc>
                <a:spcPct val="150000"/>
              </a:lnSpc>
            </a:pPr>
            <a:r>
              <a:rPr lang="en-US" sz="1800" b="1" dirty="0">
                <a:effectLst/>
                <a:latin typeface="Times New Roman" panose="02020603050405020304" pitchFamily="18" charset="0"/>
                <a:ea typeface="Times New Roman" panose="02020603050405020304" pitchFamily="18" charset="0"/>
              </a:rPr>
              <a:t>12. </a:t>
            </a:r>
            <a:r>
              <a:rPr lang="en-US" b="1" dirty="0">
                <a:latin typeface="Times New Roman" panose="02020603050405020304" pitchFamily="18" charset="0"/>
                <a:ea typeface="Times New Roman" panose="02020603050405020304" pitchFamily="18" charset="0"/>
              </a:rPr>
              <a:t>Trainers dashboard </a:t>
            </a:r>
            <a:r>
              <a:rPr lang="en-US" sz="1800" b="1"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p:txBody>
      </p:sp>
      <p:pic>
        <p:nvPicPr>
          <p:cNvPr id="2" name="Picture 1">
            <a:extLst>
              <a:ext uri="{FF2B5EF4-FFF2-40B4-BE49-F238E27FC236}">
                <a16:creationId xmlns:a16="http://schemas.microsoft.com/office/drawing/2014/main" id="{0DB41249-0650-967B-97FE-CAB1698B7D8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3339" y="1651174"/>
            <a:ext cx="8810156" cy="420885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59662880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FD0E1-30B8-FC66-DFA6-FAFB0DC7A10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FAC0DE5-EE5F-4DFF-456A-E0FA15B79E0B}"/>
              </a:ext>
            </a:extLst>
          </p:cNvPr>
          <p:cNvSpPr txBox="1"/>
          <p:nvPr/>
        </p:nvSpPr>
        <p:spPr>
          <a:xfrm>
            <a:off x="322359" y="724693"/>
            <a:ext cx="2863293" cy="458074"/>
          </a:xfrm>
          <a:prstGeom prst="rect">
            <a:avLst/>
          </a:prstGeom>
          <a:noFill/>
        </p:spPr>
        <p:txBody>
          <a:bodyPr wrap="square">
            <a:spAutoFit/>
          </a:bodyPr>
          <a:lstStyle/>
          <a:p>
            <a:pPr marL="104775" marR="193675" algn="just">
              <a:lnSpc>
                <a:spcPct val="150000"/>
              </a:lnSpc>
            </a:pPr>
            <a:r>
              <a:rPr lang="en-US" sz="1800" b="1" dirty="0">
                <a:effectLst/>
                <a:latin typeface="Times New Roman" panose="02020603050405020304" pitchFamily="18" charset="0"/>
                <a:ea typeface="Times New Roman" panose="02020603050405020304" pitchFamily="18" charset="0"/>
              </a:rPr>
              <a:t>12. Admin </a:t>
            </a:r>
            <a:r>
              <a:rPr lang="en-US" b="1" dirty="0">
                <a:latin typeface="Times New Roman" panose="02020603050405020304" pitchFamily="18" charset="0"/>
                <a:ea typeface="Times New Roman" panose="02020603050405020304" pitchFamily="18" charset="0"/>
              </a:rPr>
              <a:t>dashboard </a:t>
            </a:r>
            <a:r>
              <a:rPr lang="en-US" sz="1800" b="1"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p:txBody>
      </p:sp>
      <p:pic>
        <p:nvPicPr>
          <p:cNvPr id="3" name="Picture 2">
            <a:extLst>
              <a:ext uri="{FF2B5EF4-FFF2-40B4-BE49-F238E27FC236}">
                <a16:creationId xmlns:a16="http://schemas.microsoft.com/office/drawing/2014/main" id="{785724C0-C80C-F594-9FEA-EDA4A2A7616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1684" y="1638444"/>
            <a:ext cx="8900406" cy="388927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92754947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28F01-5D26-6767-1D85-5D10FCAF0E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F32C56-E4D8-F46C-6B84-83DE0E10A788}"/>
              </a:ext>
            </a:extLst>
          </p:cNvPr>
          <p:cNvSpPr>
            <a:spLocks noGrp="1"/>
          </p:cNvSpPr>
          <p:nvPr>
            <p:ph type="title"/>
          </p:nvPr>
        </p:nvSpPr>
        <p:spPr>
          <a:xfrm>
            <a:off x="4855028" y="2472683"/>
            <a:ext cx="5508172" cy="1185045"/>
          </a:xfrm>
        </p:spPr>
        <p:txBody>
          <a:bodyPr>
            <a:normAutofit/>
          </a:bodyPr>
          <a:lstStyle/>
          <a:p>
            <a:r>
              <a:rPr lang="en-US" sz="4000" dirty="0"/>
              <a:t>Thank you </a:t>
            </a:r>
          </a:p>
        </p:txBody>
      </p:sp>
    </p:spTree>
    <p:extLst>
      <p:ext uri="{BB962C8B-B14F-4D97-AF65-F5344CB8AC3E}">
        <p14:creationId xmlns:p14="http://schemas.microsoft.com/office/powerpoint/2010/main" val="14867401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FrostyVTI">
  <a:themeElements>
    <a:clrScheme name="Frosty">
      <a:dk1>
        <a:sysClr val="windowText" lastClr="000000"/>
      </a:dk1>
      <a:lt1>
        <a:sysClr val="window" lastClr="FFFFFF"/>
      </a:lt1>
      <a:dk2>
        <a:srgbClr val="0B2827"/>
      </a:dk2>
      <a:lt2>
        <a:srgbClr val="DAE3E3"/>
      </a:lt2>
      <a:accent1>
        <a:srgbClr val="767E37"/>
      </a:accent1>
      <a:accent2>
        <a:srgbClr val="B495C2"/>
      </a:accent2>
      <a:accent3>
        <a:srgbClr val="8FA3A3"/>
      </a:accent3>
      <a:accent4>
        <a:srgbClr val="CE7F01"/>
      </a:accent4>
      <a:accent5>
        <a:srgbClr val="D15A29"/>
      </a:accent5>
      <a:accent6>
        <a:srgbClr val="B88470"/>
      </a:accent6>
      <a:hlink>
        <a:srgbClr val="B57001"/>
      </a:hlink>
      <a:folHlink>
        <a:srgbClr val="996209"/>
      </a:folHlink>
    </a:clrScheme>
    <a:fontScheme name="Frosted Leaf">
      <a:majorFont>
        <a:latin typeface="Goudy Old Style"/>
        <a:ea typeface=""/>
        <a:cs typeface=""/>
      </a:majorFont>
      <a:minorFont>
        <a:latin typeface="Avenir Next LT Pro"/>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rostyVTI" id="{DD283BC3-E0B6-4E4B-91CF-F0F54D51BB21}" vid="{3EE220F7-F497-4893-BE1F-7BB1D607421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8FEDA63D-DE73-4ED5-BDF0-D3D9FD35E1ED}">
  <ds:schemaRefs>
    <ds:schemaRef ds:uri="http://schemas.microsoft.com/sharepoint/v3/contenttype/forms"/>
  </ds:schemaRefs>
</ds:datastoreItem>
</file>

<file path=customXml/itemProps2.xml><?xml version="1.0" encoding="utf-8"?>
<ds:datastoreItem xmlns:ds="http://schemas.openxmlformats.org/officeDocument/2006/customXml" ds:itemID="{B8954E08-A2C8-44D4-BABF-5531D0DF1F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8AE25C0-66E9-4E74-9814-75E5D2A6CAB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Frosty design</Template>
  <TotalTime>221</TotalTime>
  <Words>1067</Words>
  <Application>Microsoft Office PowerPoint</Application>
  <PresentationFormat>Widescreen</PresentationFormat>
  <Paragraphs>178</Paragraphs>
  <Slides>24</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Avenir Next LT Pro</vt:lpstr>
      <vt:lpstr>Calibri</vt:lpstr>
      <vt:lpstr>Goudy Old Style</vt:lpstr>
      <vt:lpstr>Symbol</vt:lpstr>
      <vt:lpstr>Times New Roman</vt:lpstr>
      <vt:lpstr>Wingdings</vt:lpstr>
      <vt:lpstr>FrostyVTI</vt:lpstr>
      <vt:lpstr>PowerPoint Presentation</vt:lpstr>
      <vt:lpstr>Agenda</vt:lpstr>
      <vt:lpstr>Abstract</vt:lpstr>
      <vt:lpstr>Introduction </vt:lpstr>
      <vt:lpstr>PowerPoint Presentation</vt:lpstr>
      <vt:lpstr>Existing system </vt:lpstr>
      <vt:lpstr>PowerPoint Presentation</vt:lpstr>
      <vt:lpstr>Proposed system </vt:lpstr>
      <vt:lpstr>PowerPoint Presentation</vt:lpstr>
      <vt:lpstr>Technology stack</vt:lpstr>
      <vt:lpstr>PowerPoint Presentation</vt:lpstr>
      <vt:lpstr>PowerPoint Presentation</vt:lpstr>
      <vt:lpstr>Conclusion </vt:lpstr>
      <vt:lpstr>Future enhancements </vt:lpstr>
      <vt:lpstr>Bibliography </vt:lpstr>
      <vt:lpstr>Live project – screenshots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keerthan kumar k</dc:creator>
  <cp:lastModifiedBy>keerthan kumar k</cp:lastModifiedBy>
  <cp:revision>2</cp:revision>
  <dcterms:created xsi:type="dcterms:W3CDTF">2025-05-09T14:09:27Z</dcterms:created>
  <dcterms:modified xsi:type="dcterms:W3CDTF">2025-05-10T04:02:27Z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